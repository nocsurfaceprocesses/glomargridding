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73" r:id="rId4"/>
    <p:sldId id="259" r:id="rId5"/>
    <p:sldId id="268" r:id="rId6"/>
    <p:sldId id="266" r:id="rId7"/>
    <p:sldId id="260" r:id="rId8"/>
    <p:sldId id="272" r:id="rId9"/>
    <p:sldId id="270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4B0082-AC9B-8442-9B90-903F2B4D90B7}" v="16" dt="2026-02-23T16:14:22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97"/>
    <p:restoredTop sz="77823"/>
  </p:normalViewPr>
  <p:slideViewPr>
    <p:cSldViewPr snapToGrid="0">
      <p:cViewPr varScale="1">
        <p:scale>
          <a:sx n="98" d="100"/>
          <a:sy n="98" d="100"/>
        </p:scale>
        <p:origin x="2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Chan" userId="0974c5d1-18b0-4ca6-9254-a352e3524574" providerId="ADAL" clId="{9FBECFC0-EF33-5A5D-B59F-E0AF01687A81}"/>
    <pc:docChg chg="undo redo custSel addSld delSld modSld sldOrd">
      <pc:chgData name="Steven Chan" userId="0974c5d1-18b0-4ca6-9254-a352e3524574" providerId="ADAL" clId="{9FBECFC0-EF33-5A5D-B59F-E0AF01687A81}" dt="2026-02-23T16:25:51.332" v="23780" actId="729"/>
      <pc:docMkLst>
        <pc:docMk/>
      </pc:docMkLst>
      <pc:sldChg chg="modSp mod">
        <pc:chgData name="Steven Chan" userId="0974c5d1-18b0-4ca6-9254-a352e3524574" providerId="ADAL" clId="{9FBECFC0-EF33-5A5D-B59F-E0AF01687A81}" dt="2026-02-23T15:33:42.800" v="22585" actId="20577"/>
        <pc:sldMkLst>
          <pc:docMk/>
          <pc:sldMk cId="372846061" sldId="256"/>
        </pc:sldMkLst>
        <pc:spChg chg="mod">
          <ac:chgData name="Steven Chan" userId="0974c5d1-18b0-4ca6-9254-a352e3524574" providerId="ADAL" clId="{9FBECFC0-EF33-5A5D-B59F-E0AF01687A81}" dt="2026-02-23T15:33:42.800" v="22585" actId="20577"/>
          <ac:spMkLst>
            <pc:docMk/>
            <pc:sldMk cId="372846061" sldId="256"/>
            <ac:spMk id="2" creationId="{891C3CE0-CA04-C9B9-1F51-C2A78CCC6BB9}"/>
          </ac:spMkLst>
        </pc:spChg>
        <pc:spChg chg="mod">
          <ac:chgData name="Steven Chan" userId="0974c5d1-18b0-4ca6-9254-a352e3524574" providerId="ADAL" clId="{9FBECFC0-EF33-5A5D-B59F-E0AF01687A81}" dt="2026-02-20T18:06:42.831" v="21083" actId="6549"/>
          <ac:spMkLst>
            <pc:docMk/>
            <pc:sldMk cId="372846061" sldId="256"/>
            <ac:spMk id="3" creationId="{47879360-BBBD-8968-4415-A1DED65BB2C9}"/>
          </ac:spMkLst>
        </pc:spChg>
      </pc:sldChg>
      <pc:sldChg chg="addSp delSp modSp new mod ord modNotesTx">
        <pc:chgData name="Steven Chan" userId="0974c5d1-18b0-4ca6-9254-a352e3524574" providerId="ADAL" clId="{9FBECFC0-EF33-5A5D-B59F-E0AF01687A81}" dt="2026-02-23T16:13:15.579" v="23615" actId="20577"/>
        <pc:sldMkLst>
          <pc:docMk/>
          <pc:sldMk cId="3466903659" sldId="259"/>
        </pc:sldMkLst>
        <pc:spChg chg="mod">
          <ac:chgData name="Steven Chan" userId="0974c5d1-18b0-4ca6-9254-a352e3524574" providerId="ADAL" clId="{9FBECFC0-EF33-5A5D-B59F-E0AF01687A81}" dt="2026-02-23T15:54:56.909" v="23032" actId="1076"/>
          <ac:spMkLst>
            <pc:docMk/>
            <pc:sldMk cId="3466903659" sldId="259"/>
            <ac:spMk id="2" creationId="{EFCC2BD7-DEAC-7628-7325-8F8DCBFA2ADC}"/>
          </ac:spMkLst>
        </pc:spChg>
        <pc:spChg chg="add mod">
          <ac:chgData name="Steven Chan" userId="0974c5d1-18b0-4ca6-9254-a352e3524574" providerId="ADAL" clId="{9FBECFC0-EF33-5A5D-B59F-E0AF01687A81}" dt="2026-02-23T16:11:12.342" v="23515" actId="1076"/>
          <ac:spMkLst>
            <pc:docMk/>
            <pc:sldMk cId="3466903659" sldId="259"/>
            <ac:spMk id="3" creationId="{429027BA-E713-D66B-7900-DC374498937F}"/>
          </ac:spMkLst>
        </pc:spChg>
        <pc:spChg chg="add mod">
          <ac:chgData name="Steven Chan" userId="0974c5d1-18b0-4ca6-9254-a352e3524574" providerId="ADAL" clId="{9FBECFC0-EF33-5A5D-B59F-E0AF01687A81}" dt="2026-02-23T16:11:21.680" v="23516" actId="20577"/>
          <ac:spMkLst>
            <pc:docMk/>
            <pc:sldMk cId="3466903659" sldId="259"/>
            <ac:spMk id="4" creationId="{9DB55FA7-907A-87FD-5029-1D27AEAE3EA1}"/>
          </ac:spMkLst>
        </pc:spChg>
        <pc:spChg chg="add mod">
          <ac:chgData name="Steven Chan" userId="0974c5d1-18b0-4ca6-9254-a352e3524574" providerId="ADAL" clId="{9FBECFC0-EF33-5A5D-B59F-E0AF01687A81}" dt="2026-02-23T16:13:15.579" v="23615" actId="20577"/>
          <ac:spMkLst>
            <pc:docMk/>
            <pc:sldMk cId="3466903659" sldId="259"/>
            <ac:spMk id="5" creationId="{1D9A7CA3-B4D6-F30B-513E-6EA25441C231}"/>
          </ac:spMkLst>
        </pc:spChg>
        <pc:spChg chg="add del mod">
          <ac:chgData name="Steven Chan" userId="0974c5d1-18b0-4ca6-9254-a352e3524574" providerId="ADAL" clId="{9FBECFC0-EF33-5A5D-B59F-E0AF01687A81}" dt="2026-02-23T15:57:07.662" v="23064" actId="478"/>
          <ac:spMkLst>
            <pc:docMk/>
            <pc:sldMk cId="3466903659" sldId="259"/>
            <ac:spMk id="6" creationId="{956F2357-559A-48B4-5AA2-85D069041B2E}"/>
          </ac:spMkLst>
        </pc:spChg>
        <pc:spChg chg="add mod">
          <ac:chgData name="Steven Chan" userId="0974c5d1-18b0-4ca6-9254-a352e3524574" providerId="ADAL" clId="{9FBECFC0-EF33-5A5D-B59F-E0AF01687A81}" dt="2026-02-23T15:56:15.872" v="23061" actId="6549"/>
          <ac:spMkLst>
            <pc:docMk/>
            <pc:sldMk cId="3466903659" sldId="259"/>
            <ac:spMk id="7" creationId="{C7341BCC-98E7-AD67-913C-0FEDB6796F73}"/>
          </ac:spMkLst>
        </pc:spChg>
        <pc:spChg chg="add mod">
          <ac:chgData name="Steven Chan" userId="0974c5d1-18b0-4ca6-9254-a352e3524574" providerId="ADAL" clId="{9FBECFC0-EF33-5A5D-B59F-E0AF01687A81}" dt="2026-02-23T16:12:10.226" v="23572" actId="20577"/>
          <ac:spMkLst>
            <pc:docMk/>
            <pc:sldMk cId="3466903659" sldId="259"/>
            <ac:spMk id="8" creationId="{0329F767-EF14-D861-393D-2D5475C72F9A}"/>
          </ac:spMkLst>
        </pc:spChg>
        <pc:spChg chg="add mod">
          <ac:chgData name="Steven Chan" userId="0974c5d1-18b0-4ca6-9254-a352e3524574" providerId="ADAL" clId="{9FBECFC0-EF33-5A5D-B59F-E0AF01687A81}" dt="2026-02-23T15:52:40.951" v="22994" actId="692"/>
          <ac:spMkLst>
            <pc:docMk/>
            <pc:sldMk cId="3466903659" sldId="259"/>
            <ac:spMk id="9" creationId="{7CFF8431-B3F6-80B1-F027-91D69F7F0D37}"/>
          </ac:spMkLst>
        </pc:spChg>
        <pc:spChg chg="add mod">
          <ac:chgData name="Steven Chan" userId="0974c5d1-18b0-4ca6-9254-a352e3524574" providerId="ADAL" clId="{9FBECFC0-EF33-5A5D-B59F-E0AF01687A81}" dt="2026-02-23T15:52:53.715" v="22998" actId="692"/>
          <ac:spMkLst>
            <pc:docMk/>
            <pc:sldMk cId="3466903659" sldId="259"/>
            <ac:spMk id="10" creationId="{2BFC69D5-4DE2-5269-27D2-5F19980DF378}"/>
          </ac:spMkLst>
        </pc:spChg>
        <pc:spChg chg="add del mod">
          <ac:chgData name="Steven Chan" userId="0974c5d1-18b0-4ca6-9254-a352e3524574" providerId="ADAL" clId="{9FBECFC0-EF33-5A5D-B59F-E0AF01687A81}" dt="2026-02-23T15:54:15.789" v="23016" actId="478"/>
          <ac:spMkLst>
            <pc:docMk/>
            <pc:sldMk cId="3466903659" sldId="259"/>
            <ac:spMk id="11" creationId="{7ED7B78C-6E0C-BBE4-AA76-C0D9CAB363DE}"/>
          </ac:spMkLst>
        </pc:spChg>
        <pc:picChg chg="add mod">
          <ac:chgData name="Steven Chan" userId="0974c5d1-18b0-4ca6-9254-a352e3524574" providerId="ADAL" clId="{9FBECFC0-EF33-5A5D-B59F-E0AF01687A81}" dt="2026-02-23T15:54:58.493" v="23034" actId="1076"/>
          <ac:picMkLst>
            <pc:docMk/>
            <pc:sldMk cId="3466903659" sldId="259"/>
            <ac:picMk id="12" creationId="{A6A20450-69A5-CC32-DA91-A15FD8B15EF1}"/>
          </ac:picMkLst>
        </pc:picChg>
        <pc:picChg chg="add mod">
          <ac:chgData name="Steven Chan" userId="0974c5d1-18b0-4ca6-9254-a352e3524574" providerId="ADAL" clId="{9FBECFC0-EF33-5A5D-B59F-E0AF01687A81}" dt="2026-02-23T15:54:30.683" v="23019" actId="1076"/>
          <ac:picMkLst>
            <pc:docMk/>
            <pc:sldMk cId="3466903659" sldId="259"/>
            <ac:picMk id="14" creationId="{753C3CEC-86C1-B5A7-74E9-97BA403475A8}"/>
          </ac:picMkLst>
        </pc:picChg>
        <pc:picChg chg="add mod">
          <ac:chgData name="Steven Chan" userId="0974c5d1-18b0-4ca6-9254-a352e3524574" providerId="ADAL" clId="{9FBECFC0-EF33-5A5D-B59F-E0AF01687A81}" dt="2026-01-28T12:09:36.859" v="15885" actId="1076"/>
          <ac:picMkLst>
            <pc:docMk/>
            <pc:sldMk cId="3466903659" sldId="259"/>
            <ac:picMk id="16" creationId="{0607EC2A-814F-89B4-DE2C-54BE6C04D0A3}"/>
          </ac:picMkLst>
        </pc:picChg>
        <pc:cxnChg chg="add mod">
          <ac:chgData name="Steven Chan" userId="0974c5d1-18b0-4ca6-9254-a352e3524574" providerId="ADAL" clId="{9FBECFC0-EF33-5A5D-B59F-E0AF01687A81}" dt="2026-02-23T15:55:06.480" v="23036" actId="14100"/>
          <ac:cxnSpMkLst>
            <pc:docMk/>
            <pc:sldMk cId="3466903659" sldId="259"/>
            <ac:cxnSpMk id="15" creationId="{F8156617-93AB-42BD-4795-5D9C2625BB08}"/>
          </ac:cxnSpMkLst>
        </pc:cxnChg>
        <pc:cxnChg chg="add mod">
          <ac:chgData name="Steven Chan" userId="0974c5d1-18b0-4ca6-9254-a352e3524574" providerId="ADAL" clId="{9FBECFC0-EF33-5A5D-B59F-E0AF01687A81}" dt="2026-02-23T15:55:12.307" v="23038" actId="1076"/>
          <ac:cxnSpMkLst>
            <pc:docMk/>
            <pc:sldMk cId="3466903659" sldId="259"/>
            <ac:cxnSpMk id="18" creationId="{DB4840CE-5749-4F8F-3C5B-EC0085C7F222}"/>
          </ac:cxnSpMkLst>
        </pc:cxnChg>
      </pc:sldChg>
      <pc:sldChg chg="addSp delSp modSp new add del mod ord modNotesTx">
        <pc:chgData name="Steven Chan" userId="0974c5d1-18b0-4ca6-9254-a352e3524574" providerId="ADAL" clId="{9FBECFC0-EF33-5A5D-B59F-E0AF01687A81}" dt="2026-02-23T16:17:35.222" v="23746" actId="313"/>
        <pc:sldMkLst>
          <pc:docMk/>
          <pc:sldMk cId="4128735223" sldId="260"/>
        </pc:sldMkLst>
        <pc:spChg chg="mod">
          <ac:chgData name="Steven Chan" userId="0974c5d1-18b0-4ca6-9254-a352e3524574" providerId="ADAL" clId="{9FBECFC0-EF33-5A5D-B59F-E0AF01687A81}" dt="2026-02-20T18:35:14.933" v="22382" actId="6549"/>
          <ac:spMkLst>
            <pc:docMk/>
            <pc:sldMk cId="4128735223" sldId="260"/>
            <ac:spMk id="2" creationId="{9AAFE97B-FEA0-3E3F-01F7-E9EFE8E8AEBF}"/>
          </ac:spMkLst>
        </pc:spChg>
        <pc:spChg chg="add mod">
          <ac:chgData name="Steven Chan" userId="0974c5d1-18b0-4ca6-9254-a352e3524574" providerId="ADAL" clId="{9FBECFC0-EF33-5A5D-B59F-E0AF01687A81}" dt="2026-02-23T16:15:39.779" v="23666" actId="1076"/>
          <ac:spMkLst>
            <pc:docMk/>
            <pc:sldMk cId="4128735223" sldId="260"/>
            <ac:spMk id="3" creationId="{1B5331E3-FCF0-2F37-60E4-4BDE8603BCF7}"/>
          </ac:spMkLst>
        </pc:spChg>
        <pc:spChg chg="mod">
          <ac:chgData name="Steven Chan" userId="0974c5d1-18b0-4ca6-9254-a352e3524574" providerId="ADAL" clId="{9FBECFC0-EF33-5A5D-B59F-E0AF01687A81}" dt="2026-02-23T16:17:35.222" v="23746" actId="313"/>
          <ac:spMkLst>
            <pc:docMk/>
            <pc:sldMk cId="4128735223" sldId="260"/>
            <ac:spMk id="7" creationId="{9CD55287-F9EC-5BAE-24EA-27DB3B301FDB}"/>
          </ac:spMkLst>
        </pc:spChg>
        <pc:picChg chg="add mod modCrop">
          <ac:chgData name="Steven Chan" userId="0974c5d1-18b0-4ca6-9254-a352e3524574" providerId="ADAL" clId="{9FBECFC0-EF33-5A5D-B59F-E0AF01687A81}" dt="2026-02-20T18:29:15.118" v="22190" actId="1076"/>
          <ac:picMkLst>
            <pc:docMk/>
            <pc:sldMk cId="4128735223" sldId="260"/>
            <ac:picMk id="8" creationId="{5353AF82-82DD-10E5-1545-9BB29A3469B7}"/>
          </ac:picMkLst>
        </pc:picChg>
      </pc:sldChg>
      <pc:sldChg chg="addSp modSp new mod">
        <pc:chgData name="Steven Chan" userId="0974c5d1-18b0-4ca6-9254-a352e3524574" providerId="ADAL" clId="{9FBECFC0-EF33-5A5D-B59F-E0AF01687A81}" dt="2026-02-23T16:24:36.475" v="23779" actId="1076"/>
        <pc:sldMkLst>
          <pc:docMk/>
          <pc:sldMk cId="797528878" sldId="265"/>
        </pc:sldMkLst>
        <pc:spChg chg="mod">
          <ac:chgData name="Steven Chan" userId="0974c5d1-18b0-4ca6-9254-a352e3524574" providerId="ADAL" clId="{9FBECFC0-EF33-5A5D-B59F-E0AF01687A81}" dt="2026-01-27T14:41:53.996" v="5628" actId="20577"/>
          <ac:spMkLst>
            <pc:docMk/>
            <pc:sldMk cId="797528878" sldId="265"/>
            <ac:spMk id="2" creationId="{0695AFD5-CC8E-0588-C66C-F57DC87677D1}"/>
          </ac:spMkLst>
        </pc:spChg>
        <pc:spChg chg="mod">
          <ac:chgData name="Steven Chan" userId="0974c5d1-18b0-4ca6-9254-a352e3524574" providerId="ADAL" clId="{9FBECFC0-EF33-5A5D-B59F-E0AF01687A81}" dt="2026-02-23T16:23:06.180" v="23758" actId="1076"/>
          <ac:spMkLst>
            <pc:docMk/>
            <pc:sldMk cId="797528878" sldId="265"/>
            <ac:spMk id="3" creationId="{5A3A282B-0142-EFB3-C3EC-59BB5BDCA8B6}"/>
          </ac:spMkLst>
        </pc:spChg>
        <pc:spChg chg="add mod">
          <ac:chgData name="Steven Chan" userId="0974c5d1-18b0-4ca6-9254-a352e3524574" providerId="ADAL" clId="{9FBECFC0-EF33-5A5D-B59F-E0AF01687A81}" dt="2026-02-23T16:24:36.475" v="23779" actId="1076"/>
          <ac:spMkLst>
            <pc:docMk/>
            <pc:sldMk cId="797528878" sldId="265"/>
            <ac:spMk id="6" creationId="{51D119D4-3CD1-E9D7-D987-0AFC97ED5867}"/>
          </ac:spMkLst>
        </pc:spChg>
        <pc:picChg chg="add mod">
          <ac:chgData name="Steven Chan" userId="0974c5d1-18b0-4ca6-9254-a352e3524574" providerId="ADAL" clId="{9FBECFC0-EF33-5A5D-B59F-E0AF01687A81}" dt="2026-02-23T16:23:27.084" v="23763" actId="1076"/>
          <ac:picMkLst>
            <pc:docMk/>
            <pc:sldMk cId="797528878" sldId="265"/>
            <ac:picMk id="5" creationId="{5C0E578F-0A45-D6F0-476D-3C902CE04F33}"/>
          </ac:picMkLst>
        </pc:picChg>
      </pc:sldChg>
      <pc:sldChg chg="addSp delSp modSp new mod modClrScheme chgLayout">
        <pc:chgData name="Steven Chan" userId="0974c5d1-18b0-4ca6-9254-a352e3524574" providerId="ADAL" clId="{9FBECFC0-EF33-5A5D-B59F-E0AF01687A81}" dt="2026-02-23T15:39:58.694" v="22974" actId="20577"/>
        <pc:sldMkLst>
          <pc:docMk/>
          <pc:sldMk cId="1236610813" sldId="266"/>
        </pc:sldMkLst>
        <pc:spChg chg="add mod ord">
          <ac:chgData name="Steven Chan" userId="0974c5d1-18b0-4ca6-9254-a352e3524574" providerId="ADAL" clId="{9FBECFC0-EF33-5A5D-B59F-E0AF01687A81}" dt="2026-02-23T15:39:58.694" v="22974" actId="20577"/>
          <ac:spMkLst>
            <pc:docMk/>
            <pc:sldMk cId="1236610813" sldId="266"/>
            <ac:spMk id="5" creationId="{3ABCFFCD-C5E9-9D86-76A9-9F9EDB6F8D20}"/>
          </ac:spMkLst>
        </pc:spChg>
        <pc:spChg chg="add mod ord">
          <ac:chgData name="Steven Chan" userId="0974c5d1-18b0-4ca6-9254-a352e3524574" providerId="ADAL" clId="{9FBECFC0-EF33-5A5D-B59F-E0AF01687A81}" dt="2026-02-20T18:30:25.636" v="22230" actId="20577"/>
          <ac:spMkLst>
            <pc:docMk/>
            <pc:sldMk cId="1236610813" sldId="266"/>
            <ac:spMk id="6" creationId="{C566EE2E-7079-FEB5-444D-21B11C55C088}"/>
          </ac:spMkLst>
        </pc:spChg>
        <pc:cxnChg chg="add mod">
          <ac:chgData name="Steven Chan" userId="0974c5d1-18b0-4ca6-9254-a352e3524574" providerId="ADAL" clId="{9FBECFC0-EF33-5A5D-B59F-E0AF01687A81}" dt="2026-02-20T18:30:08.019" v="22228" actId="1076"/>
          <ac:cxnSpMkLst>
            <pc:docMk/>
            <pc:sldMk cId="1236610813" sldId="266"/>
            <ac:cxnSpMk id="8" creationId="{93BD434B-D428-2458-CA02-7D79CA17C045}"/>
          </ac:cxnSpMkLst>
        </pc:cxnChg>
        <pc:cxnChg chg="add mod">
          <ac:chgData name="Steven Chan" userId="0974c5d1-18b0-4ca6-9254-a352e3524574" providerId="ADAL" clId="{9FBECFC0-EF33-5A5D-B59F-E0AF01687A81}" dt="2026-02-20T18:13:26.964" v="21749" actId="1076"/>
          <ac:cxnSpMkLst>
            <pc:docMk/>
            <pc:sldMk cId="1236610813" sldId="266"/>
            <ac:cxnSpMk id="9" creationId="{2D6C26FE-8765-D383-F132-1D0E0427E70B}"/>
          </ac:cxnSpMkLst>
        </pc:cxnChg>
        <pc:cxnChg chg="add mod">
          <ac:chgData name="Steven Chan" userId="0974c5d1-18b0-4ca6-9254-a352e3524574" providerId="ADAL" clId="{9FBECFC0-EF33-5A5D-B59F-E0AF01687A81}" dt="2026-02-20T18:13:43.971" v="21757" actId="1076"/>
          <ac:cxnSpMkLst>
            <pc:docMk/>
            <pc:sldMk cId="1236610813" sldId="266"/>
            <ac:cxnSpMk id="10" creationId="{E911D746-0BB0-58C5-9D59-E96CF3D13A5F}"/>
          </ac:cxnSpMkLst>
        </pc:cxnChg>
        <pc:cxnChg chg="add mod">
          <ac:chgData name="Steven Chan" userId="0974c5d1-18b0-4ca6-9254-a352e3524574" providerId="ADAL" clId="{9FBECFC0-EF33-5A5D-B59F-E0AF01687A81}" dt="2026-02-20T18:13:20.065" v="21747" actId="1076"/>
          <ac:cxnSpMkLst>
            <pc:docMk/>
            <pc:sldMk cId="1236610813" sldId="266"/>
            <ac:cxnSpMk id="11" creationId="{F7EB8EC5-021E-B6F2-201F-7F5C3FAEC0EE}"/>
          </ac:cxnSpMkLst>
        </pc:cxnChg>
      </pc:sldChg>
      <pc:sldChg chg="addSp delSp modSp new mod ord">
        <pc:chgData name="Steven Chan" userId="0974c5d1-18b0-4ca6-9254-a352e3524574" providerId="ADAL" clId="{9FBECFC0-EF33-5A5D-B59F-E0AF01687A81}" dt="2026-02-23T16:00:09.603" v="23235" actId="1076"/>
        <pc:sldMkLst>
          <pc:docMk/>
          <pc:sldMk cId="8527558" sldId="268"/>
        </pc:sldMkLst>
        <pc:spChg chg="mod">
          <ac:chgData name="Steven Chan" userId="0974c5d1-18b0-4ca6-9254-a352e3524574" providerId="ADAL" clId="{9FBECFC0-EF33-5A5D-B59F-E0AF01687A81}" dt="2026-01-28T12:19:24.387" v="16367" actId="1076"/>
          <ac:spMkLst>
            <pc:docMk/>
            <pc:sldMk cId="8527558" sldId="268"/>
            <ac:spMk id="2" creationId="{258C2178-26B1-A6E7-A6C5-7583DCF34773}"/>
          </ac:spMkLst>
        </pc:spChg>
        <pc:spChg chg="add mod">
          <ac:chgData name="Steven Chan" userId="0974c5d1-18b0-4ca6-9254-a352e3524574" providerId="ADAL" clId="{9FBECFC0-EF33-5A5D-B59F-E0AF01687A81}" dt="2026-02-23T16:00:06.513" v="23234" actId="1076"/>
          <ac:spMkLst>
            <pc:docMk/>
            <pc:sldMk cId="8527558" sldId="268"/>
            <ac:spMk id="12" creationId="{ABB651E5-28BF-4709-D80F-4DE979B17289}"/>
          </ac:spMkLst>
        </pc:spChg>
        <pc:picChg chg="add mod">
          <ac:chgData name="Steven Chan" userId="0974c5d1-18b0-4ca6-9254-a352e3524574" providerId="ADAL" clId="{9FBECFC0-EF33-5A5D-B59F-E0AF01687A81}" dt="2026-02-23T16:00:09.603" v="23235" actId="1076"/>
          <ac:picMkLst>
            <pc:docMk/>
            <pc:sldMk cId="8527558" sldId="268"/>
            <ac:picMk id="10" creationId="{E9984B0A-6C2B-B716-1666-3F88063FE044}"/>
          </ac:picMkLst>
        </pc:picChg>
      </pc:sldChg>
      <pc:sldChg chg="add mod modShow">
        <pc:chgData name="Steven Chan" userId="0974c5d1-18b0-4ca6-9254-a352e3524574" providerId="ADAL" clId="{9FBECFC0-EF33-5A5D-B59F-E0AF01687A81}" dt="2026-02-23T15:40:32.134" v="22980" actId="729"/>
        <pc:sldMkLst>
          <pc:docMk/>
          <pc:sldMk cId="620394322" sldId="269"/>
        </pc:sldMkLst>
      </pc:sldChg>
      <pc:sldChg chg="addSp delSp modSp add del mod ord">
        <pc:chgData name="Steven Chan" userId="0974c5d1-18b0-4ca6-9254-a352e3524574" providerId="ADAL" clId="{9FBECFC0-EF33-5A5D-B59F-E0AF01687A81}" dt="2026-02-23T15:40:26.560" v="22978" actId="2696"/>
        <pc:sldMkLst>
          <pc:docMk/>
          <pc:sldMk cId="2371931520" sldId="269"/>
        </pc:sldMkLst>
      </pc:sldChg>
      <pc:sldChg chg="modSp new mod ord modShow">
        <pc:chgData name="Steven Chan" userId="0974c5d1-18b0-4ca6-9254-a352e3524574" providerId="ADAL" clId="{9FBECFC0-EF33-5A5D-B59F-E0AF01687A81}" dt="2026-02-23T16:25:51.332" v="23780" actId="729"/>
        <pc:sldMkLst>
          <pc:docMk/>
          <pc:sldMk cId="649413431" sldId="270"/>
        </pc:sldMkLst>
        <pc:spChg chg="mod">
          <ac:chgData name="Steven Chan" userId="0974c5d1-18b0-4ca6-9254-a352e3524574" providerId="ADAL" clId="{9FBECFC0-EF33-5A5D-B59F-E0AF01687A81}" dt="2026-01-27T16:04:47.045" v="11902" actId="20577"/>
          <ac:spMkLst>
            <pc:docMk/>
            <pc:sldMk cId="649413431" sldId="270"/>
            <ac:spMk id="2" creationId="{C1738D1E-E3D0-2EBA-C182-07FB7A3583A5}"/>
          </ac:spMkLst>
        </pc:spChg>
        <pc:spChg chg="mod">
          <ac:chgData name="Steven Chan" userId="0974c5d1-18b0-4ca6-9254-a352e3524574" providerId="ADAL" clId="{9FBECFC0-EF33-5A5D-B59F-E0AF01687A81}" dt="2026-01-27T16:05:17.721" v="11908" actId="14100"/>
          <ac:spMkLst>
            <pc:docMk/>
            <pc:sldMk cId="649413431" sldId="270"/>
            <ac:spMk id="3" creationId="{EBF70C0B-2DF7-D5E4-FA3C-7D3B81E77671}"/>
          </ac:spMkLst>
        </pc:spChg>
      </pc:sldChg>
      <pc:sldChg chg="addSp delSp modSp add mod modNotesTx">
        <pc:chgData name="Steven Chan" userId="0974c5d1-18b0-4ca6-9254-a352e3524574" providerId="ADAL" clId="{9FBECFC0-EF33-5A5D-B59F-E0AF01687A81}" dt="2026-02-23T16:17:10.304" v="23733" actId="14100"/>
        <pc:sldMkLst>
          <pc:docMk/>
          <pc:sldMk cId="2617418465" sldId="272"/>
        </pc:sldMkLst>
        <pc:spChg chg="mod">
          <ac:chgData name="Steven Chan" userId="0974c5d1-18b0-4ca6-9254-a352e3524574" providerId="ADAL" clId="{9FBECFC0-EF33-5A5D-B59F-E0AF01687A81}" dt="2026-02-20T18:36:49.359" v="22435" actId="313"/>
          <ac:spMkLst>
            <pc:docMk/>
            <pc:sldMk cId="2617418465" sldId="272"/>
            <ac:spMk id="2" creationId="{5B6B2B01-702E-54BE-A4CE-EDCC7FA8D0D0}"/>
          </ac:spMkLst>
        </pc:spChg>
        <pc:spChg chg="add mod">
          <ac:chgData name="Steven Chan" userId="0974c5d1-18b0-4ca6-9254-a352e3524574" providerId="ADAL" clId="{9FBECFC0-EF33-5A5D-B59F-E0AF01687A81}" dt="2026-02-20T18:36:04.715" v="22413" actId="113"/>
          <ac:spMkLst>
            <pc:docMk/>
            <pc:sldMk cId="2617418465" sldId="272"/>
            <ac:spMk id="3" creationId="{7AD7A579-4258-306E-5972-E224A2FAE883}"/>
          </ac:spMkLst>
        </pc:spChg>
        <pc:spChg chg="add mod">
          <ac:chgData name="Steven Chan" userId="0974c5d1-18b0-4ca6-9254-a352e3524574" providerId="ADAL" clId="{9FBECFC0-EF33-5A5D-B59F-E0AF01687A81}" dt="2026-02-20T18:20:33.243" v="21881" actId="14100"/>
          <ac:spMkLst>
            <pc:docMk/>
            <pc:sldMk cId="2617418465" sldId="272"/>
            <ac:spMk id="5" creationId="{56EDB511-15D3-00EA-4B50-FF3E2EE4C1EF}"/>
          </ac:spMkLst>
        </pc:spChg>
        <pc:spChg chg="add mod">
          <ac:chgData name="Steven Chan" userId="0974c5d1-18b0-4ca6-9254-a352e3524574" providerId="ADAL" clId="{9FBECFC0-EF33-5A5D-B59F-E0AF01687A81}" dt="2026-02-23T16:02:53.739" v="23303" actId="207"/>
          <ac:spMkLst>
            <pc:docMk/>
            <pc:sldMk cId="2617418465" sldId="272"/>
            <ac:spMk id="7" creationId="{E32699CF-813B-03F7-6023-CF49F0880B91}"/>
          </ac:spMkLst>
        </pc:spChg>
        <pc:spChg chg="add mod">
          <ac:chgData name="Steven Chan" userId="0974c5d1-18b0-4ca6-9254-a352e3524574" providerId="ADAL" clId="{9FBECFC0-EF33-5A5D-B59F-E0AF01687A81}" dt="2026-02-23T16:01:45.536" v="23254" actId="1076"/>
          <ac:spMkLst>
            <pc:docMk/>
            <pc:sldMk cId="2617418465" sldId="272"/>
            <ac:spMk id="9" creationId="{F02A01D0-5CE4-1617-01A4-32DA92FB2BF8}"/>
          </ac:spMkLst>
        </pc:spChg>
        <pc:spChg chg="add mod">
          <ac:chgData name="Steven Chan" userId="0974c5d1-18b0-4ca6-9254-a352e3524574" providerId="ADAL" clId="{9FBECFC0-EF33-5A5D-B59F-E0AF01687A81}" dt="2026-02-23T16:14:35.159" v="23640" actId="1076"/>
          <ac:spMkLst>
            <pc:docMk/>
            <pc:sldMk cId="2617418465" sldId="272"/>
            <ac:spMk id="12" creationId="{74957EFC-8A14-DFB9-1C98-910235FC50C0}"/>
          </ac:spMkLst>
        </pc:spChg>
        <pc:spChg chg="add mod">
          <ac:chgData name="Steven Chan" userId="0974c5d1-18b0-4ca6-9254-a352e3524574" providerId="ADAL" clId="{9FBECFC0-EF33-5A5D-B59F-E0AF01687A81}" dt="2026-02-23T16:14:05.701" v="23632" actId="1076"/>
          <ac:spMkLst>
            <pc:docMk/>
            <pc:sldMk cId="2617418465" sldId="272"/>
            <ac:spMk id="14" creationId="{16995006-9A54-867B-745C-5D21321625CD}"/>
          </ac:spMkLst>
        </pc:spChg>
        <pc:spChg chg="add mod">
          <ac:chgData name="Steven Chan" userId="0974c5d1-18b0-4ca6-9254-a352e3524574" providerId="ADAL" clId="{9FBECFC0-EF33-5A5D-B59F-E0AF01687A81}" dt="2026-02-23T16:17:10.304" v="23733" actId="14100"/>
          <ac:spMkLst>
            <pc:docMk/>
            <pc:sldMk cId="2617418465" sldId="272"/>
            <ac:spMk id="15" creationId="{113C220E-18C3-01F6-2772-DBFC98412F54}"/>
          </ac:spMkLst>
        </pc:spChg>
        <pc:picChg chg="add mod">
          <ac:chgData name="Steven Chan" userId="0974c5d1-18b0-4ca6-9254-a352e3524574" providerId="ADAL" clId="{9FBECFC0-EF33-5A5D-B59F-E0AF01687A81}" dt="2026-02-23T16:16:57.005" v="23729" actId="1076"/>
          <ac:picMkLst>
            <pc:docMk/>
            <pc:sldMk cId="2617418465" sldId="272"/>
            <ac:picMk id="4" creationId="{4F77CC13-5DA5-B889-21A0-7CBE8DEC55A5}"/>
          </ac:picMkLst>
        </pc:picChg>
        <pc:picChg chg="mod modCrop">
          <ac:chgData name="Steven Chan" userId="0974c5d1-18b0-4ca6-9254-a352e3524574" providerId="ADAL" clId="{9FBECFC0-EF33-5A5D-B59F-E0AF01687A81}" dt="2026-01-29T18:30:35.769" v="18065" actId="1076"/>
          <ac:picMkLst>
            <pc:docMk/>
            <pc:sldMk cId="2617418465" sldId="272"/>
            <ac:picMk id="8" creationId="{650056A9-53E6-2FA0-E0E7-D91781222050}"/>
          </ac:picMkLst>
        </pc:picChg>
        <pc:cxnChg chg="add mod">
          <ac:chgData name="Steven Chan" userId="0974c5d1-18b0-4ca6-9254-a352e3524574" providerId="ADAL" clId="{9FBECFC0-EF33-5A5D-B59F-E0AF01687A81}" dt="2026-02-23T16:01:10.199" v="23242" actId="692"/>
          <ac:cxnSpMkLst>
            <pc:docMk/>
            <pc:sldMk cId="2617418465" sldId="272"/>
            <ac:cxnSpMk id="6" creationId="{59EF1463-AD68-9319-5A7E-5E808048322A}"/>
          </ac:cxnSpMkLst>
        </pc:cxnChg>
        <pc:cxnChg chg="add mod">
          <ac:chgData name="Steven Chan" userId="0974c5d1-18b0-4ca6-9254-a352e3524574" providerId="ADAL" clId="{9FBECFC0-EF33-5A5D-B59F-E0AF01687A81}" dt="2026-02-23T16:02:59.758" v="23304" actId="1076"/>
          <ac:cxnSpMkLst>
            <pc:docMk/>
            <pc:sldMk cId="2617418465" sldId="272"/>
            <ac:cxnSpMk id="10" creationId="{C173A839-3263-B616-E96F-CF0F81A9C1C5}"/>
          </ac:cxnSpMkLst>
        </pc:cxnChg>
        <pc:cxnChg chg="add mod">
          <ac:chgData name="Steven Chan" userId="0974c5d1-18b0-4ca6-9254-a352e3524574" providerId="ADAL" clId="{9FBECFC0-EF33-5A5D-B59F-E0AF01687A81}" dt="2026-02-20T18:20:15.402" v="21880" actId="692"/>
          <ac:cxnSpMkLst>
            <pc:docMk/>
            <pc:sldMk cId="2617418465" sldId="272"/>
            <ac:cxnSpMk id="11" creationId="{855193EB-CCD3-6A26-69FB-DA4B7B1D86FE}"/>
          </ac:cxnSpMkLst>
        </pc:cxnChg>
      </pc:sldChg>
      <pc:sldChg chg="addSp delSp modSp new mod modClrScheme chgLayout">
        <pc:chgData name="Steven Chan" userId="0974c5d1-18b0-4ca6-9254-a352e3524574" providerId="ADAL" clId="{9FBECFC0-EF33-5A5D-B59F-E0AF01687A81}" dt="2026-02-23T16:21:10.592" v="23749" actId="20577"/>
        <pc:sldMkLst>
          <pc:docMk/>
          <pc:sldMk cId="3684753828" sldId="273"/>
        </pc:sldMkLst>
        <pc:spChg chg="del mod ord">
          <ac:chgData name="Steven Chan" userId="0974c5d1-18b0-4ca6-9254-a352e3524574" providerId="ADAL" clId="{9FBECFC0-EF33-5A5D-B59F-E0AF01687A81}" dt="2026-02-23T15:33:50.663" v="22587" actId="700"/>
          <ac:spMkLst>
            <pc:docMk/>
            <pc:sldMk cId="3684753828" sldId="273"/>
            <ac:spMk id="2" creationId="{DBDAC03D-4C2C-5034-E1B6-EE3BE8AB2810}"/>
          </ac:spMkLst>
        </pc:spChg>
        <pc:spChg chg="del mod ord">
          <ac:chgData name="Steven Chan" userId="0974c5d1-18b0-4ca6-9254-a352e3524574" providerId="ADAL" clId="{9FBECFC0-EF33-5A5D-B59F-E0AF01687A81}" dt="2026-02-23T15:33:50.663" v="22587" actId="700"/>
          <ac:spMkLst>
            <pc:docMk/>
            <pc:sldMk cId="3684753828" sldId="273"/>
            <ac:spMk id="3" creationId="{4177E285-2D32-FB81-9A9A-E1A76F557399}"/>
          </ac:spMkLst>
        </pc:spChg>
        <pc:spChg chg="add mod ord">
          <ac:chgData name="Steven Chan" userId="0974c5d1-18b0-4ca6-9254-a352e3524574" providerId="ADAL" clId="{9FBECFC0-EF33-5A5D-B59F-E0AF01687A81}" dt="2026-02-23T15:36:46.015" v="22876" actId="1076"/>
          <ac:spMkLst>
            <pc:docMk/>
            <pc:sldMk cId="3684753828" sldId="273"/>
            <ac:spMk id="4" creationId="{1BE66B26-6D59-5819-05A5-FFADBF5F3C85}"/>
          </ac:spMkLst>
        </pc:spChg>
        <pc:spChg chg="add del mod ord">
          <ac:chgData name="Steven Chan" userId="0974c5d1-18b0-4ca6-9254-a352e3524574" providerId="ADAL" clId="{9FBECFC0-EF33-5A5D-B59F-E0AF01687A81}" dt="2026-02-23T15:34:14.329" v="22648" actId="700"/>
          <ac:spMkLst>
            <pc:docMk/>
            <pc:sldMk cId="3684753828" sldId="273"/>
            <ac:spMk id="5" creationId="{01230484-886E-F084-5B4E-D3DA3ADB7CC1}"/>
          </ac:spMkLst>
        </pc:spChg>
        <pc:spChg chg="add del mod ord">
          <ac:chgData name="Steven Chan" userId="0974c5d1-18b0-4ca6-9254-a352e3524574" providerId="ADAL" clId="{9FBECFC0-EF33-5A5D-B59F-E0AF01687A81}" dt="2026-02-23T15:34:14.329" v="22648" actId="700"/>
          <ac:spMkLst>
            <pc:docMk/>
            <pc:sldMk cId="3684753828" sldId="273"/>
            <ac:spMk id="6" creationId="{08EC13EB-48DD-426B-FB41-EC45603034F0}"/>
          </ac:spMkLst>
        </pc:spChg>
        <pc:spChg chg="add mod ord">
          <ac:chgData name="Steven Chan" userId="0974c5d1-18b0-4ca6-9254-a352e3524574" providerId="ADAL" clId="{9FBECFC0-EF33-5A5D-B59F-E0AF01687A81}" dt="2026-02-23T16:21:10.592" v="23749" actId="20577"/>
          <ac:spMkLst>
            <pc:docMk/>
            <pc:sldMk cId="3684753828" sldId="273"/>
            <ac:spMk id="7" creationId="{F083E889-9EA4-9F5A-18F8-C55A0CEE6752}"/>
          </ac:spMkLst>
        </pc:spChg>
        <pc:spChg chg="add del mod ord">
          <ac:chgData name="Steven Chan" userId="0974c5d1-18b0-4ca6-9254-a352e3524574" providerId="ADAL" clId="{9FBECFC0-EF33-5A5D-B59F-E0AF01687A81}" dt="2026-02-23T15:35:42.308" v="22864"/>
          <ac:spMkLst>
            <pc:docMk/>
            <pc:sldMk cId="3684753828" sldId="273"/>
            <ac:spMk id="8" creationId="{8BA1D708-F96A-D3A7-2489-D13187AE1A25}"/>
          </ac:spMkLst>
        </pc:spChg>
        <pc:spChg chg="add mod ord">
          <ac:chgData name="Steven Chan" userId="0974c5d1-18b0-4ca6-9254-a352e3524574" providerId="ADAL" clId="{9FBECFC0-EF33-5A5D-B59F-E0AF01687A81}" dt="2026-02-23T16:09:08.809" v="23459" actId="27636"/>
          <ac:spMkLst>
            <pc:docMk/>
            <pc:sldMk cId="3684753828" sldId="273"/>
            <ac:spMk id="9" creationId="{2AA1726F-E967-08B7-A5D0-3B22E1B64E60}"/>
          </ac:spMkLst>
        </pc:spChg>
        <pc:spChg chg="add del mod ord">
          <ac:chgData name="Steven Chan" userId="0974c5d1-18b0-4ca6-9254-a352e3524574" providerId="ADAL" clId="{9FBECFC0-EF33-5A5D-B59F-E0AF01687A81}" dt="2026-02-23T15:35:45.118" v="22868"/>
          <ac:spMkLst>
            <pc:docMk/>
            <pc:sldMk cId="3684753828" sldId="273"/>
            <ac:spMk id="10" creationId="{EE58A5A5-2028-AD0A-3F2A-B6907FEB976A}"/>
          </ac:spMkLst>
        </pc:spChg>
        <pc:picChg chg="add mod ord">
          <ac:chgData name="Steven Chan" userId="0974c5d1-18b0-4ca6-9254-a352e3524574" providerId="ADAL" clId="{9FBECFC0-EF33-5A5D-B59F-E0AF01687A81}" dt="2026-02-23T16:21:02.465" v="23747" actId="1076"/>
          <ac:picMkLst>
            <pc:docMk/>
            <pc:sldMk cId="3684753828" sldId="273"/>
            <ac:picMk id="12" creationId="{3F0A1591-6574-5F91-9024-550DE983F9F3}"/>
          </ac:picMkLst>
        </pc:picChg>
        <pc:picChg chg="add mod ord">
          <ac:chgData name="Steven Chan" userId="0974c5d1-18b0-4ca6-9254-a352e3524574" providerId="ADAL" clId="{9FBECFC0-EF33-5A5D-B59F-E0AF01687A81}" dt="2026-02-23T16:06:22.225" v="23332" actId="14826"/>
          <ac:picMkLst>
            <pc:docMk/>
            <pc:sldMk cId="3684753828" sldId="273"/>
            <ac:picMk id="14" creationId="{AFD4A61C-4EFD-99CB-63D9-30AE847F8C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D1540-56BF-864C-9689-740CB8D1D4D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2E7E1-B6B0-6941-B182-E3F39A131B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09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2E7E1-B6B0-6941-B182-E3F39A131BB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570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First Guess:</a:t>
            </a:r>
          </a:p>
          <a:p>
            <a:r>
              <a:rPr lang="en-GB" dirty="0"/>
              <a:t>E(\tilde{\</a:t>
            </a:r>
            <a:r>
              <a:rPr lang="en-GB" dirty="0" err="1"/>
              <a:t>textbf</a:t>
            </a:r>
            <a:r>
              <a:rPr lang="en-GB" dirty="0"/>
              <a:t>{x}}(t=T))+\epsilon(t=T) = \tilde{\</a:t>
            </a:r>
            <a:r>
              <a:rPr lang="en-GB" dirty="0" err="1"/>
              <a:t>textbf</a:t>
            </a:r>
            <a:r>
              <a:rPr lang="en-GB" dirty="0"/>
              <a:t>{x}}(t=T) \\</a:t>
            </a:r>
          </a:p>
          <a:p>
            <a:endParaRPr lang="en-GB" dirty="0"/>
          </a:p>
          <a:p>
            <a:r>
              <a:rPr lang="en-GB" dirty="0"/>
              <a:t>\epsilon(t=T) \sim \text{MVN}(0,\Sigma_{t=T})\\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AR1:</a:t>
            </a:r>
          </a:p>
          <a:p>
            <a:r>
              <a:rPr lang="en-GB" dirty="0"/>
              <a:t>AR1(\</a:t>
            </a:r>
            <a:r>
              <a:rPr lang="en-GB" dirty="0" err="1"/>
              <a:t>textbf</a:t>
            </a:r>
            <a:r>
              <a:rPr lang="en-GB" dirty="0"/>
              <a:t>{x}) = \</a:t>
            </a:r>
            <a:r>
              <a:rPr lang="en-GB" dirty="0" err="1"/>
              <a:t>textbf</a:t>
            </a:r>
            <a:r>
              <a:rPr lang="en-GB" dirty="0"/>
              <a:t>{x}_\text{background} + \Phi_{\text{lag-1}}(\</a:t>
            </a:r>
            <a:r>
              <a:rPr lang="en-GB" dirty="0" err="1"/>
              <a:t>textbf</a:t>
            </a:r>
            <a:r>
              <a:rPr lang="en-GB" dirty="0"/>
              <a:t>{x} - \</a:t>
            </a:r>
            <a:r>
              <a:rPr lang="en-GB" dirty="0" err="1"/>
              <a:t>textbf</a:t>
            </a:r>
            <a:r>
              <a:rPr lang="en-GB" dirty="0"/>
              <a:t>{x}_\text{background}) + \epsilon_{\text{AR1}}</a:t>
            </a:r>
          </a:p>
          <a:p>
            <a:r>
              <a:rPr lang="en-GB" dirty="0"/>
              <a:t>\\</a:t>
            </a:r>
          </a:p>
          <a:p>
            <a:r>
              <a:rPr lang="en-GB" dirty="0"/>
              <a:t>\Phi_{\text{lag-1}} \text{ is diagonal.}\\</a:t>
            </a:r>
          </a:p>
          <a:p>
            <a:endParaRPr lang="en-GB" dirty="0"/>
          </a:p>
          <a:p>
            <a:r>
              <a:rPr lang="en-GB" dirty="0"/>
              <a:t>\text{AR1}(\tilde{\</a:t>
            </a:r>
            <a:r>
              <a:rPr lang="en-GB" dirty="0" err="1"/>
              <a:t>textbf</a:t>
            </a:r>
            <a:r>
              <a:rPr lang="en-GB" dirty="0"/>
              <a:t>{x}}(t=T))_{t=T+1} \\</a:t>
            </a:r>
          </a:p>
          <a:p>
            <a:endParaRPr lang="en-GB" dirty="0"/>
          </a:p>
          <a:p>
            <a:r>
              <a:rPr lang="en-GB" dirty="0"/>
              <a:t>= \text{AR1}(E(\tilde{\</a:t>
            </a:r>
            <a:r>
              <a:rPr lang="en-GB" dirty="0" err="1"/>
              <a:t>textbf</a:t>
            </a:r>
            <a:r>
              <a:rPr lang="en-GB" dirty="0"/>
              <a:t>{x}}(t=T))+\epsilon(t=T))+\epsilon_\text{AR1} \\</a:t>
            </a:r>
          </a:p>
          <a:p>
            <a:endParaRPr lang="en-GB" dirty="0"/>
          </a:p>
          <a:p>
            <a:r>
              <a:rPr lang="en-GB" dirty="0"/>
              <a:t>= \Phi_{\text{lag-1}} (E(\tilde{\</a:t>
            </a:r>
            <a:r>
              <a:rPr lang="en-GB" dirty="0" err="1"/>
              <a:t>textbf</a:t>
            </a:r>
            <a:r>
              <a:rPr lang="en-GB" dirty="0"/>
              <a:t>{x}})-\</a:t>
            </a:r>
            <a:r>
              <a:rPr lang="en-GB" dirty="0" err="1"/>
              <a:t>textbf</a:t>
            </a:r>
            <a:r>
              <a:rPr lang="en-GB" dirty="0"/>
              <a:t>{x}_\text{background}+\epsilon_\text{t=T})+\</a:t>
            </a:r>
            <a:r>
              <a:rPr lang="en-GB" dirty="0" err="1"/>
              <a:t>textbf</a:t>
            </a:r>
            <a:r>
              <a:rPr lang="en-GB" dirty="0"/>
              <a:t>{x}_\text{background}+\epsilon_\text{AR1} \\</a:t>
            </a:r>
          </a:p>
          <a:p>
            <a:endParaRPr lang="en-GB" dirty="0"/>
          </a:p>
          <a:p>
            <a:r>
              <a:rPr lang="en-GB" dirty="0"/>
              <a:t>= \Phi_{\text{lag-1}} E(\tilde{\</a:t>
            </a:r>
            <a:r>
              <a:rPr lang="en-GB" dirty="0" err="1"/>
              <a:t>textbf</a:t>
            </a:r>
            <a:r>
              <a:rPr lang="en-GB" dirty="0"/>
              <a:t>{x}})-\Phi_{\text{lag-1}} \</a:t>
            </a:r>
            <a:r>
              <a:rPr lang="en-GB" dirty="0" err="1"/>
              <a:t>textbf</a:t>
            </a:r>
            <a:r>
              <a:rPr lang="en-GB" dirty="0"/>
              <a:t>{x}_\text{background}+\Phi_{\text{lag-1}}\epsilon_\text{t=T}+\</a:t>
            </a:r>
            <a:r>
              <a:rPr lang="en-GB" dirty="0" err="1"/>
              <a:t>textbf</a:t>
            </a:r>
            <a:r>
              <a:rPr lang="en-GB" dirty="0"/>
              <a:t>{x}_\text{background}+\epsilon_\text{AR1}\\</a:t>
            </a:r>
          </a:p>
          <a:p>
            <a:endParaRPr lang="en-GB" dirty="0"/>
          </a:p>
          <a:p>
            <a:r>
              <a:rPr lang="en-GB" dirty="0"/>
              <a:t>=\Phi_{\text{lag-1}} E(\tilde{\</a:t>
            </a:r>
            <a:r>
              <a:rPr lang="en-GB" dirty="0" err="1"/>
              <a:t>textbf</a:t>
            </a:r>
            <a:r>
              <a:rPr lang="en-GB" dirty="0"/>
              <a:t>{x}})+(\</a:t>
            </a:r>
            <a:r>
              <a:rPr lang="en-GB" dirty="0" err="1"/>
              <a:t>textbf</a:t>
            </a:r>
            <a:r>
              <a:rPr lang="en-GB" dirty="0"/>
              <a:t>{1}-\Phi_{\text{lag-1}})\</a:t>
            </a:r>
            <a:r>
              <a:rPr lang="en-GB" dirty="0" err="1"/>
              <a:t>textbf</a:t>
            </a:r>
            <a:r>
              <a:rPr lang="en-GB" dirty="0"/>
              <a:t>{x}_\text{background}+\Phi_{\text{lag-1}}\epsilon_\text{t=T}+\epsilon_\text{AR1}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Uncertainties:</a:t>
            </a:r>
          </a:p>
          <a:p>
            <a:r>
              <a:rPr lang="en-GB" dirty="0"/>
              <a:t>\epsilon_\text{AR1}\sim \text{MVN}(0,\Sigma_\text{AR1})\\</a:t>
            </a:r>
          </a:p>
          <a:p>
            <a:endParaRPr lang="en-GB" dirty="0"/>
          </a:p>
          <a:p>
            <a:r>
              <a:rPr lang="en-GB" dirty="0"/>
              <a:t>\Sigma_{\tilde{\</a:t>
            </a:r>
            <a:r>
              <a:rPr lang="en-GB" dirty="0" err="1"/>
              <a:t>textbf</a:t>
            </a:r>
            <a:r>
              <a:rPr lang="en-GB" dirty="0"/>
              <a:t>{x}},\text{AR1}} = \Sigma_\text{AR1}+\Phi\Sigma_{t=T} \\</a:t>
            </a:r>
          </a:p>
          <a:p>
            <a:endParaRPr lang="en-GB" dirty="0"/>
          </a:p>
          <a:p>
            <a:r>
              <a:rPr lang="en-GB" dirty="0"/>
              <a:t>\Sigma_\text{AR1} = (\</a:t>
            </a:r>
            <a:r>
              <a:rPr lang="en-GB" dirty="0" err="1"/>
              <a:t>textbf</a:t>
            </a:r>
            <a:r>
              <a:rPr lang="en-GB" dirty="0"/>
              <a:t>{1}-\Phi\Phi)\Sigma_\text{background}\\</a:t>
            </a:r>
          </a:p>
          <a:p>
            <a:endParaRPr lang="en-GB" dirty="0"/>
          </a:p>
          <a:p>
            <a:r>
              <a:rPr lang="en-GB" dirty="0"/>
              <a:t>\Sigma_{\tilde{\</a:t>
            </a:r>
            <a:r>
              <a:rPr lang="en-GB" dirty="0" err="1"/>
              <a:t>textbf</a:t>
            </a:r>
            <a:r>
              <a:rPr lang="en-GB" dirty="0"/>
              <a:t>{x}},\text{AR1}} = (\</a:t>
            </a:r>
            <a:r>
              <a:rPr lang="en-GB" dirty="0" err="1"/>
              <a:t>textbf</a:t>
            </a:r>
            <a:r>
              <a:rPr lang="en-GB" dirty="0"/>
              <a:t>{1}-\Phi\Phi)\Sigma_\text{background}+\Phi\Sigma_{t=T}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2E7E1-B6B0-6941-B182-E3F39A131BB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7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2E7E1-B6B0-6941-B182-E3F39A131BB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022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2E7E1-B6B0-6941-B182-E3F39A131BB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417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en.wikipedia.org</a:t>
            </a:r>
            <a:r>
              <a:rPr lang="en-GB" dirty="0"/>
              <a:t>/wiki/Inverse-</a:t>
            </a:r>
            <a:r>
              <a:rPr lang="en-GB" dirty="0" err="1"/>
              <a:t>variance_weighting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physics.stackexchange.com</a:t>
            </a:r>
            <a:r>
              <a:rPr lang="en-GB" dirty="0"/>
              <a:t>/questions/15197/how-do-you-find-the-uncertainty-of-a-weighted-average</a:t>
            </a:r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stats.stackexchange.com</a:t>
            </a:r>
            <a:r>
              <a:rPr lang="en-GB" dirty="0"/>
              <a:t>/questions/62768/question-about-inverse-variance-weighting</a:t>
            </a:r>
          </a:p>
          <a:p>
            <a:endParaRPr lang="en-GB" dirty="0"/>
          </a:p>
          <a:p>
            <a:r>
              <a:rPr lang="en-GB" dirty="0"/>
              <a:t>===</a:t>
            </a:r>
          </a:p>
          <a:p>
            <a:endParaRPr lang="en-GB" dirty="0"/>
          </a:p>
          <a:p>
            <a:r>
              <a:rPr lang="en-GB" dirty="0"/>
              <a:t>E(\tilde{\</a:t>
            </a:r>
            <a:r>
              <a:rPr lang="en-GB" dirty="0" err="1"/>
              <a:t>textbf</a:t>
            </a:r>
            <a:r>
              <a:rPr lang="en-GB" dirty="0"/>
              <a:t>{x}}(t=T)) + \epsilon(t=T) = \text{W}_\text{1}\text{OK}(\</a:t>
            </a:r>
            <a:r>
              <a:rPr lang="en-GB" dirty="0" err="1"/>
              <a:t>textbf</a:t>
            </a:r>
            <a:r>
              <a:rPr lang="en-GB" dirty="0"/>
              <a:t>{x}(t=T)) + \text{W}_\text{2}\text{AR1}(\tilde{\</a:t>
            </a:r>
            <a:r>
              <a:rPr lang="en-GB" dirty="0" err="1"/>
              <a:t>textbf</a:t>
            </a:r>
            <a:r>
              <a:rPr lang="en-GB" dirty="0"/>
              <a:t>{x}}(t=T-1)) \\</a:t>
            </a:r>
          </a:p>
          <a:p>
            <a:endParaRPr lang="en-GB" dirty="0"/>
          </a:p>
          <a:p>
            <a:r>
              <a:rPr lang="en-GB" dirty="0"/>
              <a:t>\hat{\Sigma} = (\Sigma_\text{OK(t=T)}^{-1}+\Sigma_{\text{AR1}(\tilde{\</a:t>
            </a:r>
            <a:r>
              <a:rPr lang="en-GB" dirty="0" err="1"/>
              <a:t>textbf</a:t>
            </a:r>
            <a:r>
              <a:rPr lang="en-GB" dirty="0"/>
              <a:t>{x}}(t=T-1))}^{-1})^{-1}\\</a:t>
            </a:r>
          </a:p>
          <a:p>
            <a:endParaRPr lang="en-GB" dirty="0"/>
          </a:p>
          <a:p>
            <a:r>
              <a:rPr lang="en-GB" dirty="0"/>
              <a:t>\text{W}_\text{1} = \hat{\Sigma}\Sigma_\text{OK(t=T)}^{-1}\\</a:t>
            </a:r>
          </a:p>
          <a:p>
            <a:endParaRPr lang="en-GB" dirty="0"/>
          </a:p>
          <a:p>
            <a:r>
              <a:rPr lang="en-GB" dirty="0"/>
              <a:t>\text{W}_\text{2} = \hat{\Sigma}\Sigma_{\text{AR1}(\tilde{\</a:t>
            </a:r>
            <a:r>
              <a:rPr lang="en-GB" dirty="0" err="1"/>
              <a:t>textbf</a:t>
            </a:r>
            <a:r>
              <a:rPr lang="en-GB" dirty="0"/>
              <a:t>{x}}(t=T-1))}^{-1}\\</a:t>
            </a:r>
          </a:p>
          <a:p>
            <a:endParaRPr lang="en-GB" dirty="0"/>
          </a:p>
          <a:p>
            <a:r>
              <a:rPr lang="en-GB" dirty="0"/>
              <a:t>\Sigma_{\tilde{\</a:t>
            </a:r>
            <a:r>
              <a:rPr lang="en-GB" dirty="0" err="1"/>
              <a:t>textbf</a:t>
            </a:r>
            <a:r>
              <a:rPr lang="en-GB" dirty="0"/>
              <a:t>{x}}} \</a:t>
            </a:r>
            <a:r>
              <a:rPr lang="en-GB" dirty="0" err="1"/>
              <a:t>approx</a:t>
            </a:r>
            <a:r>
              <a:rPr lang="en-GB" dirty="0"/>
              <a:t> (\frac{\partial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\text{OK}})^2  \Sigma_\text{OK} + (\frac{\partial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\text{AR1}})^2  \Sigma_\text{AR1}</a:t>
            </a:r>
          </a:p>
          <a:p>
            <a:endParaRPr lang="en-GB" dirty="0"/>
          </a:p>
          <a:p>
            <a:r>
              <a:rPr lang="en-GB" dirty="0"/>
              <a:t>= (\text{W}_\text{1})^2 \Sigma_\text{OK} + (\text{W}_\text{2})^2 \Sigma_\text{AR1} \\</a:t>
            </a:r>
          </a:p>
          <a:p>
            <a:endParaRPr lang="en-GB" dirty="0"/>
          </a:p>
          <a:p>
            <a:r>
              <a:rPr lang="en-GB" dirty="0"/>
              <a:t>= \hat{\Sigma}\Sigma_\text{OK}^{-1} \hat{\Sigma}\Sigma_\text{OK}^{-1} \Sigma_\text{OK} + \hat{\Sigma}\Sigma_{\text{AR1}}^{-1}\hat{\Sigma}\Sigma_{\text{AR1}}^{-1} \Sigma_{\text{AR1}}</a:t>
            </a:r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= \hat{\Sigma}\Sigma_\text{OK}^{-1} \hat{\Sigma} + \hat{\Sigma}\Sigma_{\text{AR1}}^{-1}\hat{\Sigma} = (\text{W}_\text{1} + \text{W}_\text{2}) \hat{\Sigma}\\</a:t>
            </a:r>
          </a:p>
          <a:p>
            <a:r>
              <a:rPr lang="en-GB" dirty="0"/>
              <a:t>= \hat{\Sigma} \\</a:t>
            </a:r>
          </a:p>
          <a:p>
            <a:endParaRPr lang="en-GB" dirty="0"/>
          </a:p>
          <a:p>
            <a:r>
              <a:rPr lang="en-GB" dirty="0"/>
              <a:t>\epsilon(t=T) \sim \text{MVN}(0, \hat{\Sigma})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====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E(\tilde{\</a:t>
            </a:r>
            <a:r>
              <a:rPr lang="en-GB" dirty="0" err="1"/>
              <a:t>textbf</a:t>
            </a:r>
            <a:r>
              <a:rPr lang="en-GB" dirty="0"/>
              <a:t>{x}}(t=T)) + \epsilon(t=T) = \text{W}_\text{1}\text{OK}(\</a:t>
            </a:r>
            <a:r>
              <a:rPr lang="en-GB" dirty="0" err="1"/>
              <a:t>textbf</a:t>
            </a:r>
            <a:r>
              <a:rPr lang="en-GB" dirty="0"/>
              <a:t>{x}(t=T)) + \text{W}_\text{2}\text{AR1}(\tilde{\</a:t>
            </a:r>
            <a:r>
              <a:rPr lang="en-GB" dirty="0" err="1"/>
              <a:t>textbf</a:t>
            </a:r>
            <a:r>
              <a:rPr lang="en-GB" dirty="0"/>
              <a:t>{x}}(t=T-1)) \\</a:t>
            </a:r>
          </a:p>
          <a:p>
            <a:endParaRPr lang="en-GB" dirty="0"/>
          </a:p>
          <a:p>
            <a:r>
              <a:rPr lang="en-GB" dirty="0"/>
              <a:t>\hat{\Sigma} = (\Sigma_\text{OK(t=T)}^{-1}+\Sigma_{\text{AR1}(\tilde{\</a:t>
            </a:r>
            <a:r>
              <a:rPr lang="en-GB" dirty="0" err="1"/>
              <a:t>textbf</a:t>
            </a:r>
            <a:r>
              <a:rPr lang="en-GB" dirty="0"/>
              <a:t>{x}}(t=T-1))}^{-1})^{-1}\\</a:t>
            </a:r>
          </a:p>
          <a:p>
            <a:endParaRPr lang="en-GB" dirty="0"/>
          </a:p>
          <a:p>
            <a:r>
              <a:rPr lang="en-GB" dirty="0"/>
              <a:t>\text{W}_\text{1} = \hat{\Sigma}\Sigma_\text{OK(t=T)}^{-1}\\</a:t>
            </a:r>
          </a:p>
          <a:p>
            <a:endParaRPr lang="en-GB" dirty="0"/>
          </a:p>
          <a:p>
            <a:r>
              <a:rPr lang="en-GB" dirty="0"/>
              <a:t>\text{W}_\text{2} = \hat{\Sigma}\Sigma_{\text{AR1}(\tilde{\</a:t>
            </a:r>
            <a:r>
              <a:rPr lang="en-GB" dirty="0" err="1"/>
              <a:t>textbf</a:t>
            </a:r>
            <a:r>
              <a:rPr lang="en-GB" dirty="0"/>
              <a:t>{x}}(t=T-1))}^{-1}\\</a:t>
            </a:r>
          </a:p>
          <a:p>
            <a:endParaRPr lang="en-GB" dirty="0"/>
          </a:p>
          <a:p>
            <a:r>
              <a:rPr lang="en-GB" dirty="0"/>
              <a:t>\Sigma_{\tilde{\</a:t>
            </a:r>
            <a:r>
              <a:rPr lang="en-GB" dirty="0" err="1"/>
              <a:t>textbf</a:t>
            </a:r>
            <a:r>
              <a:rPr lang="en-GB" dirty="0"/>
              <a:t>{x}}} \</a:t>
            </a:r>
            <a:r>
              <a:rPr lang="en-GB" dirty="0" err="1"/>
              <a:t>approx</a:t>
            </a:r>
            <a:r>
              <a:rPr lang="en-GB" dirty="0"/>
              <a:t> (\frac{\partial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\text{OK}})^2  \Sigma_\text{OK} + (\frac{\partial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\text{AR1}})^2  \Sigma_\text{AR1} + 2 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 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 \text{Cov}_{\text{OK,AR1}}</a:t>
            </a:r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= (\text{W}_\text{1})^2 \Sigma_\text{OK} + (\text{W}_\text{2})^2 \Sigma_\text{AR1} + 2 \text{W}_\text{1} \text{W}_\text{2} \text{Cov}_{\text{OK,AR1}}\\</a:t>
            </a:r>
          </a:p>
          <a:p>
            <a:endParaRPr lang="en-GB" dirty="0"/>
          </a:p>
          <a:p>
            <a:r>
              <a:rPr lang="en-GB" dirty="0"/>
              <a:t>= \hat{\Sigma}\Sigma_\text{OK}^{-1} \hat{\Sigma}\Sigma_\text{OK}^{-1} \Sigma_\text{OK} + \hat{\Sigma}\Sigma_{\text{AR1}}^{-1}\hat{\Sigma}\Sigma_{\text{AR1}}^{-1} \Sigma_{\text{AR1}}</a:t>
            </a:r>
          </a:p>
          <a:p>
            <a:r>
              <a:rPr lang="en-GB" dirty="0"/>
              <a:t>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\hat{\Sigma}\Sigma_\text{OK}^{-1} \hat{\Sigma} + \hat{\Sigma}\Sigma_{\text{AR1}}^{-1}\hat{\Sigma}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(\text{W}_\text{1} + \text{W}_\text{2}) 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\epsilon(t=T) \sim \text{MVN}(0, \hat{\Sigma} + 2 \text{W}_\text{1} \text{W}_\text{2} \text{Cov}_{\text{OK,AR1}})</a:t>
            </a:r>
          </a:p>
          <a:p>
            <a:endParaRPr lang="en-GB" dirty="0"/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\text{Cov}_{\text{OK,AR1}} \</a:t>
            </a:r>
            <a:r>
              <a:rPr lang="en-GB" dirty="0" err="1"/>
              <a:t>approx</a:t>
            </a:r>
            <a:r>
              <a:rPr lang="en-GB" dirty="0"/>
              <a:t> \Phi_{\text{Lag-1}} \sqrt{\text{</a:t>
            </a:r>
            <a:r>
              <a:rPr lang="en-GB" dirty="0" err="1"/>
              <a:t>Diag</a:t>
            </a:r>
            <a:r>
              <a:rPr lang="en-GB" dirty="0"/>
              <a:t>}(\Sigma_\text{OK})} \sqrt{\text{</a:t>
            </a:r>
            <a:r>
              <a:rPr lang="en-GB" dirty="0" err="1"/>
              <a:t>Diag</a:t>
            </a:r>
            <a:r>
              <a:rPr lang="en-GB" dirty="0"/>
              <a:t>}(\Sigma_\text{AR1})}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2E7E1-B6B0-6941-B182-E3F39A131BB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238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E3DA-B321-9591-E9A0-23F44A77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6441D-4E2A-F1A5-B4C1-BFD61FAD1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685DA-C16A-3E0C-6304-B11727FFF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en.wikipedia.org</a:t>
            </a:r>
            <a:r>
              <a:rPr lang="en-GB" dirty="0"/>
              <a:t>/wiki/Inverse-</a:t>
            </a:r>
            <a:r>
              <a:rPr lang="en-GB" dirty="0" err="1"/>
              <a:t>variance_weighting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physics.stackexchange.com</a:t>
            </a:r>
            <a:r>
              <a:rPr lang="en-GB" dirty="0"/>
              <a:t>/questions/15197/how-do-you-find-the-uncertainty-of-a-weighted-average</a:t>
            </a:r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stats.stackexchange.com</a:t>
            </a:r>
            <a:r>
              <a:rPr lang="en-GB" dirty="0"/>
              <a:t>/questions/62768/question-about-inverse-variance-weighting</a:t>
            </a:r>
          </a:p>
          <a:p>
            <a:endParaRPr lang="en-GB" dirty="0"/>
          </a:p>
          <a:p>
            <a:r>
              <a:rPr lang="en-GB" dirty="0"/>
              <a:t>===</a:t>
            </a:r>
          </a:p>
          <a:p>
            <a:endParaRPr lang="en-GB" dirty="0"/>
          </a:p>
          <a:p>
            <a:r>
              <a:rPr lang="en-GB" dirty="0"/>
              <a:t>E(\tilde{\</a:t>
            </a:r>
            <a:r>
              <a:rPr lang="en-GB" dirty="0" err="1"/>
              <a:t>textbf</a:t>
            </a:r>
            <a:r>
              <a:rPr lang="en-GB" dirty="0"/>
              <a:t>{x}}(t=T)) + \epsilon(t=T) = \text{W}_\text{1}\text{OK}(\</a:t>
            </a:r>
            <a:r>
              <a:rPr lang="en-GB" dirty="0" err="1"/>
              <a:t>textbf</a:t>
            </a:r>
            <a:r>
              <a:rPr lang="en-GB" dirty="0"/>
              <a:t>{x}(t=T)) + \text{W}_\text{2}\text{AR1}(\tilde{\</a:t>
            </a:r>
            <a:r>
              <a:rPr lang="en-GB" dirty="0" err="1"/>
              <a:t>textbf</a:t>
            </a:r>
            <a:r>
              <a:rPr lang="en-GB" dirty="0"/>
              <a:t>{x}}(t=T-1)) \\</a:t>
            </a:r>
          </a:p>
          <a:p>
            <a:endParaRPr lang="en-GB" dirty="0"/>
          </a:p>
          <a:p>
            <a:r>
              <a:rPr lang="en-GB" dirty="0"/>
              <a:t>\hat{\Sigma} = (\Sigma_\text{OK(t=T)}^{-1}+\Sigma_{\text{AR1}(\tilde{\</a:t>
            </a:r>
            <a:r>
              <a:rPr lang="en-GB" dirty="0" err="1"/>
              <a:t>textbf</a:t>
            </a:r>
            <a:r>
              <a:rPr lang="en-GB" dirty="0"/>
              <a:t>{x}}(t=T-1))}^{-1})^{-1}\\</a:t>
            </a:r>
          </a:p>
          <a:p>
            <a:endParaRPr lang="en-GB" dirty="0"/>
          </a:p>
          <a:p>
            <a:r>
              <a:rPr lang="en-GB" dirty="0"/>
              <a:t>\text{W}_\text{1} = \hat{\Sigma}\Sigma_\text{OK(t=T)}^{-1}\\</a:t>
            </a:r>
          </a:p>
          <a:p>
            <a:endParaRPr lang="en-GB" dirty="0"/>
          </a:p>
          <a:p>
            <a:r>
              <a:rPr lang="en-GB" dirty="0"/>
              <a:t>\text{W}_\text{2} = \hat{\Sigma}\Sigma_{\text{AR1}(\tilde{\</a:t>
            </a:r>
            <a:r>
              <a:rPr lang="en-GB" dirty="0" err="1"/>
              <a:t>textbf</a:t>
            </a:r>
            <a:r>
              <a:rPr lang="en-GB" dirty="0"/>
              <a:t>{x}}(t=T-1))}^{-1}\\</a:t>
            </a:r>
          </a:p>
          <a:p>
            <a:endParaRPr lang="en-GB" dirty="0"/>
          </a:p>
          <a:p>
            <a:r>
              <a:rPr lang="en-GB" dirty="0"/>
              <a:t>\Sigma_{\tilde{\</a:t>
            </a:r>
            <a:r>
              <a:rPr lang="en-GB" dirty="0" err="1"/>
              <a:t>textbf</a:t>
            </a:r>
            <a:r>
              <a:rPr lang="en-GB" dirty="0"/>
              <a:t>{x}}} \</a:t>
            </a:r>
            <a:r>
              <a:rPr lang="en-GB" dirty="0" err="1"/>
              <a:t>approx</a:t>
            </a:r>
            <a:r>
              <a:rPr lang="en-GB" dirty="0"/>
              <a:t> (\frac{\partial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\text{OK}})^2  \Sigma_\text{OK} + (\frac{\partial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\text{AR1}})^2  \Sigma_\text{AR1}</a:t>
            </a:r>
          </a:p>
          <a:p>
            <a:endParaRPr lang="en-GB" dirty="0"/>
          </a:p>
          <a:p>
            <a:r>
              <a:rPr lang="en-GB" dirty="0"/>
              <a:t>= (\text{W}_\text{1})^2 \Sigma_\text{OK} + (\text{W}_\text{2})^2 \Sigma_\text{AR1} \\</a:t>
            </a:r>
          </a:p>
          <a:p>
            <a:endParaRPr lang="en-GB" dirty="0"/>
          </a:p>
          <a:p>
            <a:r>
              <a:rPr lang="en-GB" dirty="0"/>
              <a:t>= \hat{\Sigma}\Sigma_\text{OK}^{-1} \hat{\Sigma}\Sigma_\text{OK}^{-1} \Sigma_\text{OK} + \hat{\Sigma}\Sigma_{\text{AR1}}^{-1}\hat{\Sigma}\Sigma_{\text{AR1}}^{-1} \Sigma_{\text{AR1}}</a:t>
            </a:r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= \hat{\Sigma}\Sigma_\text{OK}^{-1} \hat{\Sigma} + \hat{\Sigma}\Sigma_{\text{AR1}}^{-1}\hat{\Sigma} = (\text{W}_\text{1} + \text{W}_\text{2}) \hat{\Sigma}\\</a:t>
            </a:r>
          </a:p>
          <a:p>
            <a:r>
              <a:rPr lang="en-GB" dirty="0"/>
              <a:t>= \hat{\Sigma} \\</a:t>
            </a:r>
          </a:p>
          <a:p>
            <a:endParaRPr lang="en-GB" dirty="0"/>
          </a:p>
          <a:p>
            <a:r>
              <a:rPr lang="en-GB" dirty="0"/>
              <a:t>\epsilon(t=T) \sim \text{MVN}(0, \hat{\Sigma})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====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E(\tilde{\</a:t>
            </a:r>
            <a:r>
              <a:rPr lang="en-GB" dirty="0" err="1"/>
              <a:t>textbf</a:t>
            </a:r>
            <a:r>
              <a:rPr lang="en-GB" dirty="0"/>
              <a:t>{x}}(t=T)) + \epsilon(t=T) = \text{W}_\text{1}\text{OK}(\</a:t>
            </a:r>
            <a:r>
              <a:rPr lang="en-GB" dirty="0" err="1"/>
              <a:t>textbf</a:t>
            </a:r>
            <a:r>
              <a:rPr lang="en-GB" dirty="0"/>
              <a:t>{x}(t=T)) + \text{W}_\text{2}\text{AR1}(\tilde{\</a:t>
            </a:r>
            <a:r>
              <a:rPr lang="en-GB" dirty="0" err="1"/>
              <a:t>textbf</a:t>
            </a:r>
            <a:r>
              <a:rPr lang="en-GB" dirty="0"/>
              <a:t>{x}}(t=T-1)) \\</a:t>
            </a:r>
          </a:p>
          <a:p>
            <a:endParaRPr lang="en-GB" dirty="0"/>
          </a:p>
          <a:p>
            <a:r>
              <a:rPr lang="en-GB" dirty="0"/>
              <a:t>\hat{\Sigma} = (\Sigma_\text{OK(t=T)}^{-1}+\Sigma_{\text{AR1}(\tilde{\</a:t>
            </a:r>
            <a:r>
              <a:rPr lang="en-GB" dirty="0" err="1"/>
              <a:t>textbf</a:t>
            </a:r>
            <a:r>
              <a:rPr lang="en-GB" dirty="0"/>
              <a:t>{x}}(t=T-1))}^{-1})^{-1}\\</a:t>
            </a:r>
          </a:p>
          <a:p>
            <a:endParaRPr lang="en-GB" dirty="0"/>
          </a:p>
          <a:p>
            <a:r>
              <a:rPr lang="en-GB" dirty="0"/>
              <a:t>\text{W}_\text{1} = \hat{\Sigma}\Sigma_\text{OK(t=T)}^{-1}\\</a:t>
            </a:r>
          </a:p>
          <a:p>
            <a:endParaRPr lang="en-GB" dirty="0"/>
          </a:p>
          <a:p>
            <a:r>
              <a:rPr lang="en-GB" dirty="0"/>
              <a:t>\text{W}_\text{2} = \hat{\Sigma}\Sigma_{\text{AR1}(\tilde{\</a:t>
            </a:r>
            <a:r>
              <a:rPr lang="en-GB" dirty="0" err="1"/>
              <a:t>textbf</a:t>
            </a:r>
            <a:r>
              <a:rPr lang="en-GB" dirty="0"/>
              <a:t>{x}}(t=T-1))}^{-1}\\</a:t>
            </a:r>
          </a:p>
          <a:p>
            <a:endParaRPr lang="en-GB" dirty="0"/>
          </a:p>
          <a:p>
            <a:r>
              <a:rPr lang="en-GB" dirty="0"/>
              <a:t>\Sigma_{\tilde{\</a:t>
            </a:r>
            <a:r>
              <a:rPr lang="en-GB" dirty="0" err="1"/>
              <a:t>textbf</a:t>
            </a:r>
            <a:r>
              <a:rPr lang="en-GB" dirty="0"/>
              <a:t>{x}}} \</a:t>
            </a:r>
            <a:r>
              <a:rPr lang="en-GB" dirty="0" err="1"/>
              <a:t>approx</a:t>
            </a:r>
            <a:r>
              <a:rPr lang="en-GB" dirty="0"/>
              <a:t> (\frac{\partial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\text{OK}})^2  \Sigma_\text{OK} + (\frac{\partial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\text{AR1}})^2  \Sigma_\text{AR1} + 2 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 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 \text{Cov}_{\text{OK,AR1}}</a:t>
            </a:r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= (\text{W}_\text{1})^2 \Sigma_\text{OK} + (\text{W}_\text{2})^2 \Sigma_\text{AR1} + 2 \text{W}_\text{1} \text{W}_\text{2} \text{Cov}_{\text{OK,AR1}}\\</a:t>
            </a:r>
          </a:p>
          <a:p>
            <a:endParaRPr lang="en-GB" dirty="0"/>
          </a:p>
          <a:p>
            <a:r>
              <a:rPr lang="en-GB" dirty="0"/>
              <a:t>= \hat{\Sigma}\Sigma_\text{OK}^{-1} \hat{\Sigma}\Sigma_\text{OK}^{-1} \Sigma_\text{OK} + \hat{\Sigma}\Sigma_{\text{AR1}}^{-1}\hat{\Sigma}\Sigma_{\text{AR1}}^{-1} \Sigma_{\text{AR1}}</a:t>
            </a:r>
          </a:p>
          <a:p>
            <a:r>
              <a:rPr lang="en-GB" dirty="0"/>
              <a:t>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\hat{\Sigma}\Sigma_\text{OK}^{-1} \hat{\Sigma} + \hat{\Sigma}\Sigma_{\text{AR1}}^{-1}\hat{\Sigma}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(\text{W}_\text{1} + \text{W}_\text{2}) 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\epsilon(t=T) \sim \text{MVN}(0, \hat{\Sigma} + 2 \text{W}_\text{1} \text{W}_\text{2} \text{Cov}_{\text{OK,AR1}})</a:t>
            </a:r>
          </a:p>
          <a:p>
            <a:endParaRPr lang="en-GB" dirty="0"/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\text{Cov}_{\text{OK,AR1}} \</a:t>
            </a:r>
            <a:r>
              <a:rPr lang="en-GB" dirty="0" err="1"/>
              <a:t>approx</a:t>
            </a:r>
            <a:r>
              <a:rPr lang="en-GB" dirty="0"/>
              <a:t> \Phi_{\text{Lag-1}} \sqrt{\text{</a:t>
            </a:r>
            <a:r>
              <a:rPr lang="en-GB" dirty="0" err="1"/>
              <a:t>Diag</a:t>
            </a:r>
            <a:r>
              <a:rPr lang="en-GB" dirty="0"/>
              <a:t>}(\Sigma_\text{OK})} \sqrt{\text{</a:t>
            </a:r>
            <a:r>
              <a:rPr lang="en-GB" dirty="0" err="1"/>
              <a:t>Diag</a:t>
            </a:r>
            <a:r>
              <a:rPr lang="en-GB" dirty="0"/>
              <a:t>}(\Sigma_\text{AR1})}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en.wikipedia.org</a:t>
            </a:r>
            <a:r>
              <a:rPr lang="en-GB" dirty="0"/>
              <a:t>/wiki/Inverse-</a:t>
            </a:r>
            <a:r>
              <a:rPr lang="en-GB" dirty="0" err="1"/>
              <a:t>variance_weighting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physics.stackexchange.com</a:t>
            </a:r>
            <a:r>
              <a:rPr lang="en-GB" dirty="0"/>
              <a:t>/questions/15197/how-do-you-find-the-uncertainty-of-a-weighted-average</a:t>
            </a:r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stats.stackexchange.com</a:t>
            </a:r>
            <a:r>
              <a:rPr lang="en-GB" dirty="0"/>
              <a:t>/questions/62768/question-about-inverse-variance-weighting</a:t>
            </a:r>
          </a:p>
          <a:p>
            <a:endParaRPr lang="en-GB" dirty="0"/>
          </a:p>
          <a:p>
            <a:r>
              <a:rPr lang="en-GB" dirty="0"/>
              <a:t>===</a:t>
            </a:r>
          </a:p>
          <a:p>
            <a:endParaRPr lang="en-GB" dirty="0"/>
          </a:p>
          <a:p>
            <a:r>
              <a:rPr lang="en-GB" dirty="0"/>
              <a:t>E(\tilde{\</a:t>
            </a:r>
            <a:r>
              <a:rPr lang="en-GB" dirty="0" err="1"/>
              <a:t>textbf</a:t>
            </a:r>
            <a:r>
              <a:rPr lang="en-GB" dirty="0"/>
              <a:t>{x}}(t=T)) + \epsilon(t=T) = \text{W}_\text{1}\text{OK}(\</a:t>
            </a:r>
            <a:r>
              <a:rPr lang="en-GB" dirty="0" err="1"/>
              <a:t>textbf</a:t>
            </a:r>
            <a:r>
              <a:rPr lang="en-GB" dirty="0"/>
              <a:t>{x}(t=T)) + \text{W}_\text{2}\text{AR1}(\tilde{\</a:t>
            </a:r>
            <a:r>
              <a:rPr lang="en-GB" dirty="0" err="1"/>
              <a:t>textbf</a:t>
            </a:r>
            <a:r>
              <a:rPr lang="en-GB" dirty="0"/>
              <a:t>{x}}(t=T-1)) \\</a:t>
            </a:r>
          </a:p>
          <a:p>
            <a:endParaRPr lang="en-GB" dirty="0"/>
          </a:p>
          <a:p>
            <a:r>
              <a:rPr lang="en-GB" dirty="0"/>
              <a:t>\hat{\Sigma} = (\Sigma_\text{OK(t=T)}^{-1}+\Sigma_{\text{AR1}(\tilde{\</a:t>
            </a:r>
            <a:r>
              <a:rPr lang="en-GB" dirty="0" err="1"/>
              <a:t>textbf</a:t>
            </a:r>
            <a:r>
              <a:rPr lang="en-GB" dirty="0"/>
              <a:t>{x}}(t=T-1))}^{-1})^{-1}\\</a:t>
            </a:r>
          </a:p>
          <a:p>
            <a:endParaRPr lang="en-GB" dirty="0"/>
          </a:p>
          <a:p>
            <a:r>
              <a:rPr lang="en-GB" dirty="0"/>
              <a:t>\text{W}_\text{1} = \hat{\Sigma}\Sigma_\text{OK(t=T)}^{-1}\\</a:t>
            </a:r>
          </a:p>
          <a:p>
            <a:endParaRPr lang="en-GB" dirty="0"/>
          </a:p>
          <a:p>
            <a:r>
              <a:rPr lang="en-GB" dirty="0"/>
              <a:t>\text{W}_\text{2} = \hat{\Sigma}\Sigma_{\text{AR1}(\tilde{\</a:t>
            </a:r>
            <a:r>
              <a:rPr lang="en-GB" dirty="0" err="1"/>
              <a:t>textbf</a:t>
            </a:r>
            <a:r>
              <a:rPr lang="en-GB" dirty="0"/>
              <a:t>{x}}(t=T-1))}^{-1}\\</a:t>
            </a:r>
          </a:p>
          <a:p>
            <a:endParaRPr lang="en-GB" dirty="0"/>
          </a:p>
          <a:p>
            <a:r>
              <a:rPr lang="en-GB" dirty="0"/>
              <a:t>\Sigma_{\tilde{\</a:t>
            </a:r>
            <a:r>
              <a:rPr lang="en-GB" dirty="0" err="1"/>
              <a:t>textbf</a:t>
            </a:r>
            <a:r>
              <a:rPr lang="en-GB" dirty="0"/>
              <a:t>{x}}} \</a:t>
            </a:r>
            <a:r>
              <a:rPr lang="en-GB" dirty="0" err="1"/>
              <a:t>approx</a:t>
            </a:r>
            <a:r>
              <a:rPr lang="en-GB" dirty="0"/>
              <a:t> (\frac{\partial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\text{OK}})^2  \Sigma_\text{OK} + (\frac{\partial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\text{AR1}})^2  \Sigma_\text{AR1}</a:t>
            </a:r>
          </a:p>
          <a:p>
            <a:endParaRPr lang="en-GB" dirty="0"/>
          </a:p>
          <a:p>
            <a:r>
              <a:rPr lang="en-GB" dirty="0"/>
              <a:t>= (\text{W}_\text{1})^2 \Sigma_\text{OK} + (\text{W}_\text{2})^2 \Sigma_\text{AR1} \\</a:t>
            </a:r>
          </a:p>
          <a:p>
            <a:endParaRPr lang="en-GB" dirty="0"/>
          </a:p>
          <a:p>
            <a:r>
              <a:rPr lang="en-GB" dirty="0"/>
              <a:t>= \hat{\Sigma}\Sigma_\text{OK}^{-1} \hat{\Sigma}\Sigma_\text{OK}^{-1} \Sigma_\text{OK} + \hat{\Sigma}\Sigma_{\text{AR1}}^{-1}\hat{\Sigma}\Sigma_{\text{AR1}}^{-1} \Sigma_{\text{AR1}}</a:t>
            </a:r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= \hat{\Sigma}\Sigma_\text{OK}^{-1} \hat{\Sigma} + \hat{\Sigma}\Sigma_{\text{AR1}}^{-1}\hat{\Sigma} = (\text{W}_\text{1} + \text{W}_\text{2}) \hat{\Sigma}\\</a:t>
            </a:r>
          </a:p>
          <a:p>
            <a:r>
              <a:rPr lang="en-GB" dirty="0"/>
              <a:t>= \hat{\Sigma} \\</a:t>
            </a:r>
          </a:p>
          <a:p>
            <a:endParaRPr lang="en-GB" dirty="0"/>
          </a:p>
          <a:p>
            <a:r>
              <a:rPr lang="en-GB" dirty="0"/>
              <a:t>\epsilon(t=T) \sim \text{MVN}(0, \hat{\Sigma})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====</a:t>
            </a:r>
          </a:p>
          <a:p>
            <a:r>
              <a:rPr lang="en-GB" dirty="0"/>
              <a:t>Correlated</a:t>
            </a:r>
          </a:p>
          <a:p>
            <a:endParaRPr lang="en-GB" dirty="0"/>
          </a:p>
          <a:p>
            <a:r>
              <a:rPr lang="en-GB" dirty="0"/>
              <a:t>E(\tilde{\</a:t>
            </a:r>
            <a:r>
              <a:rPr lang="en-GB" dirty="0" err="1"/>
              <a:t>textbf</a:t>
            </a:r>
            <a:r>
              <a:rPr lang="en-GB" dirty="0"/>
              <a:t>{x}}(t=T)) + \epsilon(t=T) = \text{W}_\text{1}\text{OK}(\</a:t>
            </a:r>
            <a:r>
              <a:rPr lang="en-GB" dirty="0" err="1"/>
              <a:t>textbf</a:t>
            </a:r>
            <a:r>
              <a:rPr lang="en-GB" dirty="0"/>
              <a:t>{x}(t=T)) + \text{W}_\text{2}\text{AR1}(\tilde{\</a:t>
            </a:r>
            <a:r>
              <a:rPr lang="en-GB" dirty="0" err="1"/>
              <a:t>textbf</a:t>
            </a:r>
            <a:r>
              <a:rPr lang="en-GB" dirty="0"/>
              <a:t>{x}}(t=T-1)) \\</a:t>
            </a:r>
          </a:p>
          <a:p>
            <a:endParaRPr lang="en-GB" dirty="0"/>
          </a:p>
          <a:p>
            <a:r>
              <a:rPr lang="en-GB" dirty="0"/>
              <a:t>\hat{\Sigma} = (\Sigma_\text{OK(t=T)}^{-1}+\Sigma_{\text{AR1}(\tilde{\</a:t>
            </a:r>
            <a:r>
              <a:rPr lang="en-GB" dirty="0" err="1"/>
              <a:t>textbf</a:t>
            </a:r>
            <a:r>
              <a:rPr lang="en-GB" dirty="0"/>
              <a:t>{x}}(t=T-1))}^{-1})^{-1}\\</a:t>
            </a:r>
          </a:p>
          <a:p>
            <a:endParaRPr lang="en-GB" dirty="0"/>
          </a:p>
          <a:p>
            <a:r>
              <a:rPr lang="en-GB" dirty="0"/>
              <a:t>\text{W}_\text{1} = \hat{\Sigma}\Sigma_\text{OK(t=T)}^{-1}\\</a:t>
            </a:r>
          </a:p>
          <a:p>
            <a:endParaRPr lang="en-GB" dirty="0"/>
          </a:p>
          <a:p>
            <a:r>
              <a:rPr lang="en-GB" dirty="0"/>
              <a:t>\text{W}_\text{2} = \hat{\Sigma}\Sigma_{\text{AR1}(\tilde{\</a:t>
            </a:r>
            <a:r>
              <a:rPr lang="en-GB" dirty="0" err="1"/>
              <a:t>textbf</a:t>
            </a:r>
            <a:r>
              <a:rPr lang="en-GB" dirty="0"/>
              <a:t>{x}}(t=T-1))}^{-1}\\</a:t>
            </a:r>
          </a:p>
          <a:p>
            <a:endParaRPr lang="en-GB" dirty="0"/>
          </a:p>
          <a:p>
            <a:r>
              <a:rPr lang="en-GB" dirty="0"/>
              <a:t>\Sigma_{\tilde{\</a:t>
            </a:r>
            <a:r>
              <a:rPr lang="en-GB" dirty="0" err="1"/>
              <a:t>textbf</a:t>
            </a:r>
            <a:r>
              <a:rPr lang="en-GB" dirty="0"/>
              <a:t>{x}}} \</a:t>
            </a:r>
            <a:r>
              <a:rPr lang="en-GB" dirty="0" err="1"/>
              <a:t>approx</a:t>
            </a:r>
            <a:r>
              <a:rPr lang="en-GB" dirty="0"/>
              <a:t> (\frac{\partial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\text{OK}})^2  \Sigma_\text{OK} + (\frac{\partial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\text{AR1}})^2  \Sigma_\text{AR1} + 2 \frac{\partial \tilde{\</a:t>
            </a:r>
            <a:r>
              <a:rPr lang="en-GB" dirty="0" err="1"/>
              <a:t>textbf</a:t>
            </a:r>
            <a:r>
              <a:rPr lang="en-GB" dirty="0"/>
              <a:t>{x}}}{\partial \text{OK}} \frac{\partial \tilde{\</a:t>
            </a:r>
            <a:r>
              <a:rPr lang="en-GB" dirty="0" err="1"/>
              <a:t>textbf</a:t>
            </a:r>
            <a:r>
              <a:rPr lang="en-GB" dirty="0"/>
              <a:t>{x}}}{\partial \text{AR1}} \text{Cov}_{\text{OK,AR1}}</a:t>
            </a:r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= (\text{W}_\text{1})^2 \Sigma_\text{OK} + (\text{W}_\text{2})^2 \Sigma_\text{AR1} + 2 \text{W}_\text{1} \text{W}_\text{2} \text{Cov}_{\text{OK,AR1}}\\</a:t>
            </a:r>
          </a:p>
          <a:p>
            <a:endParaRPr lang="en-GB" dirty="0"/>
          </a:p>
          <a:p>
            <a:r>
              <a:rPr lang="en-GB" dirty="0"/>
              <a:t>= \hat{\Sigma}\Sigma_\text{OK}^{-1} \hat{\Sigma}\Sigma_\text{OK}^{-1} \Sigma_\text{OK} + \hat{\Sigma}\Sigma_{\text{AR1}}^{-1}\hat{\Sigma}\Sigma_{\text{AR1}}^{-1} \Sigma_{\text{AR1}}</a:t>
            </a:r>
          </a:p>
          <a:p>
            <a:r>
              <a:rPr lang="en-GB" dirty="0"/>
              <a:t>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\hat{\Sigma}\Sigma_\text{OK}^{-1} \hat{\Sigma} + \hat{\Sigma}\Sigma_{\text{AR1}}^{-1}\hat{\Sigma}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(\text{W}_\text{1} + \text{W}_\text{2}) 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= \hat{\Sigma} + 2 \text{W}_\text{1} \text{W}_\text{2} \text{Cov}_{\text{OK,AR1}} \\</a:t>
            </a:r>
          </a:p>
          <a:p>
            <a:endParaRPr lang="en-GB" dirty="0"/>
          </a:p>
          <a:p>
            <a:r>
              <a:rPr lang="en-GB" dirty="0"/>
              <a:t>\epsilon(t=T) \sim \text{MVN}(0, \hat{\Sigma} + 2 \text{W}_\text{1} \text{W}_\text{2} \text{Cov}_{\text{OK,AR1}})</a:t>
            </a:r>
          </a:p>
          <a:p>
            <a:endParaRPr lang="en-GB" dirty="0"/>
          </a:p>
          <a:p>
            <a:r>
              <a:rPr lang="en-GB" dirty="0"/>
              <a:t>\\</a:t>
            </a:r>
          </a:p>
          <a:p>
            <a:endParaRPr lang="en-GB" dirty="0"/>
          </a:p>
          <a:p>
            <a:r>
              <a:rPr lang="en-GB" dirty="0"/>
              <a:t>\text{Cov}_{\text{OK,AR1}} \</a:t>
            </a:r>
            <a:r>
              <a:rPr lang="en-GB" dirty="0" err="1"/>
              <a:t>approx</a:t>
            </a:r>
            <a:r>
              <a:rPr lang="en-GB" dirty="0"/>
              <a:t> \Phi_{\text{Lag-1}} \sqrt{\text{</a:t>
            </a:r>
            <a:r>
              <a:rPr lang="en-GB" dirty="0" err="1"/>
              <a:t>Diag</a:t>
            </a:r>
            <a:r>
              <a:rPr lang="en-GB" dirty="0"/>
              <a:t>}(\Sigma_\text{OK})} \sqrt{\text{</a:t>
            </a:r>
            <a:r>
              <a:rPr lang="en-GB" dirty="0" err="1"/>
              <a:t>Diag</a:t>
            </a:r>
            <a:r>
              <a:rPr lang="en-GB" dirty="0"/>
              <a:t>}(\Sigma_\text{AR1})}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9A3D6-2425-A41A-0494-D4B363D24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2E7E1-B6B0-6941-B182-E3F39A131BB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12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7548-3AE6-607F-0C9D-F4E1F12BC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D37F7-216B-26EC-5698-D7067010B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F93C3-FAAE-4427-9520-C6AF8680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1F965-57DE-2DCA-5AE3-21B558D1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A28F-E19D-8D66-AB8A-C896FACD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209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E5CD-06C4-5AD2-91F1-B6B8701BB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67305-4AF2-3F4C-11D7-83B3F6837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BDC49-0954-5AA6-C75D-415A28DA6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F5837-1ED4-979D-4276-FE291BC9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EA867-1CF5-1860-48EB-76A3C5B5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11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571A-7F2E-8399-03DA-DA73F74E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AE4BF-4334-9A81-5A95-0320E4458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B509A-6AC7-C9ED-ABF4-8716B6BD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BDA58-9FF9-CAB5-A610-126B5111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EFBB8-F109-25A5-1B83-1ABA0B9C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23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C6ED-662E-A5E9-CA83-9FAC0CDE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E5546-205E-8FE7-D481-CFAFCE35F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0B59B-82A3-3EDC-0548-68E57B9D7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63BFF-798E-E16E-DECD-7917862A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6338F-D707-8023-5740-F3D04178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1D2EE-6E9E-D69D-F62F-488F8DA7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5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DD25-DA86-ABE0-85E6-25D192CAC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C2E54-9F5A-F403-6D8D-4EB782C36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9B2A7-1396-B0F9-9676-5B5B23499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80C46-1C15-BCA5-80CF-B0F907A2B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4669C-2999-46A0-21AF-5A416CC10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33E4B-3DB2-847D-E644-28DE13EF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E7C023-23FF-4363-EB88-FD8C8C16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11814C-1174-F053-081B-3636E4BC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6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650C-14C2-9BA6-602A-BB79FC7A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75C3F-3928-1EB4-016A-D4CA76D4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07607-B986-5916-FDC8-1355DF2E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7B6BB-8991-61EA-BA79-37025EF5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58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A3ECF-A3E9-8E25-FB10-48353697F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545BE-8DB7-87C9-E669-6AECF4FD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C69CD-9958-5CD4-9A3E-C30D8E57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35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7583-7AC4-6F83-661F-6B96B34DF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1BABA-D71F-96BD-9510-157259A2B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5CBF1-6A28-E620-CF60-CC072E9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C358A-5C38-EA74-2D8B-34A50E01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46F83-CD2C-EB48-EB36-4689BC9D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AEC44-5380-A9BB-D1F1-D4A3E597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5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1552-F2F9-19F2-0C02-6F40C0219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B99C25-6199-BFFF-6D2E-EC54E83FF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C3291-E132-5F12-8A66-11D02E187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DB1DD-E06D-CAC0-8EA8-668D8955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16EB7-4DA6-7318-0A40-BFD92C1F9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216AD-1D3E-914D-2EFA-66DC8EBD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29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C9AA-5580-79C6-9320-4E324350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EBDD7-38D5-3E5A-12DD-7613C6BB2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1467-FBB2-CEF3-354B-19D27B36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AC72-7124-01EB-CBC9-AE2CB2D8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275F-0CE0-0C9B-1B6F-6CA50EF9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40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B74F32-A100-4EC3-67EC-F7BB8C7EA5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A8E56-0765-ED6B-4192-849916C97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8E2B-1E10-6873-6C0C-01B1170C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A2728-E3E5-573E-9089-FCF336E4F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F2A66-67FA-5D42-816A-EBC9BDAC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288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B0B74-0B73-D769-296F-BC248A37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DC2C7-CBC2-B309-5F32-FCA2A95D6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CE634-E2CA-AB3B-9BA1-8B48C18CA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5232C-3D0B-0B48-9C49-D8C8E3D2173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9F658-9C74-E6DB-1ADF-5E7777B20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3D9FF-4B13-8BD2-1EFE-F4C20FE48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F75C5-6BFB-DF4E-AE5D-4FA92CBC54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54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.noc.ac.uk/stchan/autoregressive_and_universal_kriging/-/blob/91ed15b65287fb519f27569873d09983b9f44e9d/presistence.ipynb" TargetMode="External"/><Relationship Id="rId2" Type="http://schemas.openxmlformats.org/officeDocument/2006/relationships/hyperlink" Target="https://git.noc.ac.uk/stchan/autoregressive_and_universal_kriging/-/blob/91ed15b65287fb519f27569873d09983b9f44e9d/uk_ez_via_external_drift_example.ipynb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3CE0-CA04-C9B9-1F51-C2A78CCC6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024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How to include a temporal component in the analysis, improving on the ideas used in NOCFLUX2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79360-BBBD-8968-4415-A1DED65BB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/>
          <a:lstStyle/>
          <a:p>
            <a:r>
              <a:rPr lang="en-GB" dirty="0"/>
              <a:t>20 Feb 2026</a:t>
            </a:r>
          </a:p>
        </p:txBody>
      </p:sp>
    </p:spTree>
    <p:extLst>
      <p:ext uri="{BB962C8B-B14F-4D97-AF65-F5344CB8AC3E}">
        <p14:creationId xmlns:p14="http://schemas.microsoft.com/office/powerpoint/2010/main" val="37284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AFD5-CC8E-0588-C66C-F57DC876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A282B-0142-EFB3-C3EC-59BB5BDCA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91" y="1425136"/>
            <a:ext cx="7496892" cy="503221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goal is to include temporal constrains; this is in light we need to NOCFLUX3 at high temporal resolution, and observation coverage at daily timescale isn’t good even for modern period.</a:t>
            </a:r>
          </a:p>
          <a:p>
            <a:r>
              <a:rPr lang="en-GB" dirty="0"/>
              <a:t>In NOCFLUX2, it uses this idea of a first-guess, literally taking the value from yesterday as a starter. I think we can improve on that using a data assimilation approach</a:t>
            </a:r>
          </a:p>
          <a:p>
            <a:pPr lvl="1"/>
            <a:r>
              <a:rPr lang="en-GB" dirty="0"/>
              <a:t>Combining an autoregressive first guess and assimilate new observations </a:t>
            </a:r>
          </a:p>
          <a:p>
            <a:pPr lvl="1"/>
            <a:r>
              <a:rPr lang="en-GB" dirty="0"/>
              <a:t>Use an improved autocorrelation approach than NOCFLUX2</a:t>
            </a:r>
          </a:p>
        </p:txBody>
      </p:sp>
      <p:pic>
        <p:nvPicPr>
          <p:cNvPr id="5" name="Picture 4" descr="A close-up of a data assignment&#10;&#10;AI-generated content may be incorrect.">
            <a:extLst>
              <a:ext uri="{FF2B5EF4-FFF2-40B4-BE49-F238E27FC236}">
                <a16:creationId xmlns:a16="http://schemas.microsoft.com/office/drawing/2014/main" id="{5C0E578F-0A45-D6F0-476D-3C902CE04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624" y="400654"/>
            <a:ext cx="4506685" cy="61465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D119D4-3CD1-E9D7-D987-0AFC97ED5867}"/>
              </a:ext>
            </a:extLst>
          </p:cNvPr>
          <p:cNvSpPr/>
          <p:nvPr/>
        </p:nvSpPr>
        <p:spPr>
          <a:xfrm>
            <a:off x="7721583" y="4144437"/>
            <a:ext cx="4245726" cy="1580606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52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E66B26-6D59-5819-05A5-FFADBF5F3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9235"/>
            <a:ext cx="10515600" cy="823912"/>
          </a:xfrm>
        </p:spPr>
        <p:txBody>
          <a:bodyPr/>
          <a:lstStyle/>
          <a:p>
            <a:r>
              <a:rPr lang="en-GB" dirty="0"/>
              <a:t>The problem with how we do the infilling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3E889-9EA4-9F5A-18F8-C55A0CEE6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057045"/>
            <a:ext cx="5157787" cy="823912"/>
          </a:xfrm>
        </p:spPr>
        <p:txBody>
          <a:bodyPr>
            <a:normAutofit/>
          </a:bodyPr>
          <a:lstStyle/>
          <a:p>
            <a:r>
              <a:rPr lang="en-GB" dirty="0"/>
              <a:t>“2D-VAR” (x, y), each time is analysed separately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F0A1591-6574-5F91-9024-550DE983F9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211391" y="2235898"/>
            <a:ext cx="5135332" cy="431294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A1726F-E967-08B7-A5D0-3B22E1B64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57045"/>
            <a:ext cx="5183188" cy="823912"/>
          </a:xfrm>
        </p:spPr>
        <p:txBody>
          <a:bodyPr>
            <a:normAutofit/>
          </a:bodyPr>
          <a:lstStyle/>
          <a:p>
            <a:r>
              <a:rPr lang="en-GB" dirty="0"/>
              <a:t>“3D-VAR” (x, y, t), temporally linked via persistent forecast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FD4A61C-4EFD-99CB-63D9-30AE847F8C0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5891349" y="1905060"/>
            <a:ext cx="5865222" cy="49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5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2BD7-DEAC-7628-7325-8F8DCBFA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3197"/>
            <a:ext cx="11766666" cy="901023"/>
          </a:xfrm>
        </p:spPr>
        <p:txBody>
          <a:bodyPr>
            <a:normAutofit/>
          </a:bodyPr>
          <a:lstStyle/>
          <a:p>
            <a:r>
              <a:rPr lang="en-GB" dirty="0"/>
              <a:t>Persistence: AR1 from T to T+1 and its uncertainties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027BA-E713-D66B-7900-DC374498937F}"/>
              </a:ext>
            </a:extLst>
          </p:cNvPr>
          <p:cNvSpPr txBox="1"/>
          <p:nvPr/>
        </p:nvSpPr>
        <p:spPr>
          <a:xfrm>
            <a:off x="6876101" y="698882"/>
            <a:ext cx="5466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Let start of with an estimate for t = T that has uncertainty epsilon; epsilon is zero-meaned with big sigma variance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55FA7-907A-87FD-5029-1D27AEAE3EA1}"/>
              </a:ext>
            </a:extLst>
          </p:cNvPr>
          <p:cNvSpPr txBox="1"/>
          <p:nvPr/>
        </p:nvSpPr>
        <p:spPr>
          <a:xfrm>
            <a:off x="7909770" y="3645739"/>
            <a:ext cx="3906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AR1 model has its own epsilon / uncertainties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41BCC-98E7-AD67-913C-0FEDB6796F73}"/>
              </a:ext>
            </a:extLst>
          </p:cNvPr>
          <p:cNvSpPr txBox="1"/>
          <p:nvPr/>
        </p:nvSpPr>
        <p:spPr>
          <a:xfrm>
            <a:off x="7909770" y="1924045"/>
            <a:ext cx="34592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AR1 model is defined by lag 1 correlation (defined in diagonal matrix 𝚽 that nudges the field toward background climatology) in an exponential decay manner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9F767-EF14-D861-393D-2D5475C72F9A}"/>
              </a:ext>
            </a:extLst>
          </p:cNvPr>
          <p:cNvSpPr txBox="1"/>
          <p:nvPr/>
        </p:nvSpPr>
        <p:spPr>
          <a:xfrm>
            <a:off x="6790982" y="4662004"/>
            <a:ext cx="5021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uncertainty of AR1 can then be computed, it is a blend of uncertainty of the original estimate and the climatological variance</a:t>
            </a:r>
          </a:p>
        </p:txBody>
      </p:sp>
      <p:pic>
        <p:nvPicPr>
          <p:cNvPr id="12" name="Content Placeholder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6A20450-69A5-CC32-DA91-A15FD8B15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4698" y="807515"/>
            <a:ext cx="4787900" cy="787400"/>
          </a:xfrm>
        </p:spPr>
      </p:pic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53C3CEC-86C1-B5A7-74E9-97BA40347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841092"/>
            <a:ext cx="6943453" cy="2602508"/>
          </a:xfrm>
          <a:prstGeom prst="rect">
            <a:avLst/>
          </a:prstGeom>
        </p:spPr>
      </p:pic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607EC2A-814F-89B4-DE2C-54BE6C04D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055" y="4746102"/>
            <a:ext cx="4601543" cy="15636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9A7CA3-B4D6-F30B-513E-6EA25441C231}"/>
              </a:ext>
            </a:extLst>
          </p:cNvPr>
          <p:cNvSpPr txBox="1"/>
          <p:nvPr/>
        </p:nvSpPr>
        <p:spPr>
          <a:xfrm>
            <a:off x="6790982" y="5585334"/>
            <a:ext cx="5299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Persistent areas: Original uncertainty carried forward</a:t>
            </a:r>
          </a:p>
          <a:p>
            <a:r>
              <a:rPr lang="en-GB" dirty="0">
                <a:solidFill>
                  <a:srgbClr val="C00000"/>
                </a:solidFill>
              </a:rPr>
              <a:t>Low persistence: Goes towards climatological variance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FF8431-B3F6-80B1-F027-91D69F7F0D37}"/>
              </a:ext>
            </a:extLst>
          </p:cNvPr>
          <p:cNvSpPr/>
          <p:nvPr/>
        </p:nvSpPr>
        <p:spPr>
          <a:xfrm>
            <a:off x="2220686" y="5904411"/>
            <a:ext cx="2364377" cy="405322"/>
          </a:xfrm>
          <a:prstGeom prst="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FC69D5-4DE2-5269-27D2-5F19980DF378}"/>
              </a:ext>
            </a:extLst>
          </p:cNvPr>
          <p:cNvSpPr/>
          <p:nvPr/>
        </p:nvSpPr>
        <p:spPr>
          <a:xfrm>
            <a:off x="4884025" y="5914268"/>
            <a:ext cx="838573" cy="405322"/>
          </a:xfrm>
          <a:prstGeom prst="rect">
            <a:avLst/>
          </a:prstGeom>
          <a:noFill/>
          <a:ln w="412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156617-93AB-42BD-4795-5D9C2625BB08}"/>
              </a:ext>
            </a:extLst>
          </p:cNvPr>
          <p:cNvCxnSpPr>
            <a:cxnSpLocks/>
          </p:cNvCxnSpPr>
          <p:nvPr/>
        </p:nvCxnSpPr>
        <p:spPr>
          <a:xfrm>
            <a:off x="386981" y="1697717"/>
            <a:ext cx="10951579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4840CE-5749-4F8F-3C5B-EC0085C7F222}"/>
              </a:ext>
            </a:extLst>
          </p:cNvPr>
          <p:cNvCxnSpPr>
            <a:cxnSpLocks/>
          </p:cNvCxnSpPr>
          <p:nvPr/>
        </p:nvCxnSpPr>
        <p:spPr>
          <a:xfrm>
            <a:off x="386980" y="4554129"/>
            <a:ext cx="10951579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903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2178-26B1-A6E7-A6C5-7583DCF34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630"/>
            <a:ext cx="10515600" cy="1325563"/>
          </a:xfrm>
        </p:spPr>
        <p:txBody>
          <a:bodyPr/>
          <a:lstStyle/>
          <a:p>
            <a:r>
              <a:rPr lang="en-GB" dirty="0"/>
              <a:t>Lag-1 Day Air Temperature Correlation (computed from Archie’s daily files)</a:t>
            </a:r>
          </a:p>
        </p:txBody>
      </p:sp>
      <p:pic>
        <p:nvPicPr>
          <p:cNvPr id="10" name="Content Placeholder 9" descr="A map of the world&#10;&#10;AI-generated content may be incorrect.">
            <a:extLst>
              <a:ext uri="{FF2B5EF4-FFF2-40B4-BE49-F238E27FC236}">
                <a16:creationId xmlns:a16="http://schemas.microsoft.com/office/drawing/2014/main" id="{E9984B0A-6C2B-B716-1666-3F88063FE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5991" y="1573093"/>
            <a:ext cx="6651514" cy="5083411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B651E5-28BF-4709-D80F-4DE979B17289}"/>
              </a:ext>
            </a:extLst>
          </p:cNvPr>
          <p:cNvSpPr txBox="1"/>
          <p:nvPr/>
        </p:nvSpPr>
        <p:spPr>
          <a:xfrm>
            <a:off x="7450177" y="1437143"/>
            <a:ext cx="4861587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Very persistent areas (&gt; 0.8):</a:t>
            </a:r>
          </a:p>
          <a:p>
            <a:r>
              <a:rPr lang="en-GB" dirty="0"/>
              <a:t>Equatorial Pacific, </a:t>
            </a:r>
          </a:p>
          <a:p>
            <a:r>
              <a:rPr lang="en-GB" dirty="0"/>
              <a:t>South Tropical Indian Ocean</a:t>
            </a:r>
          </a:p>
          <a:p>
            <a:r>
              <a:rPr lang="en-GB" dirty="0"/>
              <a:t>Subtropical NE Pacific (Baja California)</a:t>
            </a:r>
          </a:p>
          <a:p>
            <a:r>
              <a:rPr lang="en-GB" dirty="0"/>
              <a:t>Subtropical Atlantic (Cape Verde, Angola)</a:t>
            </a:r>
          </a:p>
          <a:p>
            <a:endParaRPr lang="en-GB" dirty="0"/>
          </a:p>
          <a:p>
            <a:r>
              <a:rPr lang="en-GB" dirty="0"/>
              <a:t>Variable areas (&lt; 0.5):</a:t>
            </a:r>
          </a:p>
          <a:p>
            <a:r>
              <a:rPr lang="en-GB" dirty="0"/>
              <a:t>Equatorial Atlantic</a:t>
            </a:r>
          </a:p>
          <a:p>
            <a:r>
              <a:rPr lang="en-GB" dirty="0"/>
              <a:t>Off equatorial Pacific</a:t>
            </a:r>
          </a:p>
          <a:p>
            <a:r>
              <a:rPr lang="en-GB" dirty="0"/>
              <a:t>Gulf Stream</a:t>
            </a:r>
          </a:p>
          <a:p>
            <a:r>
              <a:rPr lang="en-GB" dirty="0"/>
              <a:t>Kuroshio</a:t>
            </a:r>
          </a:p>
          <a:p>
            <a:r>
              <a:rPr lang="en-GB" dirty="0"/>
              <a:t>Southern Oceans </a:t>
            </a:r>
          </a:p>
          <a:p>
            <a:endParaRPr lang="en-GB" dirty="0"/>
          </a:p>
          <a:p>
            <a:r>
              <a:rPr lang="en-GB" dirty="0"/>
              <a:t>For anomalies to drop off by 1/e in 1 day,</a:t>
            </a:r>
          </a:p>
          <a:p>
            <a:r>
              <a:rPr lang="en-GB" dirty="0"/>
              <a:t>lag-1-corr ~ 0.37</a:t>
            </a:r>
          </a:p>
          <a:p>
            <a:endParaRPr lang="en-GB" dirty="0"/>
          </a:p>
          <a:p>
            <a:r>
              <a:rPr lang="en-GB" dirty="0"/>
              <a:t>Nearly everywhere has lag-1-corr &gt; 0.37</a:t>
            </a:r>
          </a:p>
          <a:p>
            <a:r>
              <a:rPr lang="en-GB" dirty="0"/>
              <a:t>If lag-1-corr is 0.99, 1/e at around day 100</a:t>
            </a:r>
          </a:p>
          <a:p>
            <a:r>
              <a:rPr lang="en-GB" dirty="0"/>
              <a:t>If 1/e at day 3, lag-1-corr ~ 0.72 (i.e. NOCFLUX2)</a:t>
            </a:r>
          </a:p>
        </p:txBody>
      </p:sp>
    </p:spTree>
    <p:extLst>
      <p:ext uri="{BB962C8B-B14F-4D97-AF65-F5344CB8AC3E}">
        <p14:creationId xmlns:p14="http://schemas.microsoft.com/office/powerpoint/2010/main" val="852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BCFFCD-C5E9-9D86-76A9-9F9EDB6F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 revised analysis flow (3D-VAR in words)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6EE2E-7079-FEB5-444D-21B11C55C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935" y="1825624"/>
            <a:ext cx="11371016" cy="482336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Preliminaries:</a:t>
            </a:r>
          </a:p>
          <a:p>
            <a:pPr lvl="1"/>
            <a:r>
              <a:rPr lang="en-GB" dirty="0"/>
              <a:t>Get an estimate to lag-1 autocorrelation and its uncertainty (takes me 1 minute or 2 to do on Archie’s files)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Start at t = 0, do Kriging estimate, ordinary or universal/mid-scale, get uncertainties</a:t>
            </a:r>
          </a:p>
          <a:p>
            <a:endParaRPr lang="en-GB" dirty="0"/>
          </a:p>
          <a:p>
            <a:r>
              <a:rPr lang="en-GB" dirty="0"/>
              <a:t>Compute an autoregressive estimate for t+1, get uncertainties</a:t>
            </a:r>
          </a:p>
          <a:p>
            <a:r>
              <a:rPr lang="en-GB" dirty="0"/>
              <a:t>Do Kriging estimate for t+1, get uncertainties</a:t>
            </a:r>
          </a:p>
          <a:p>
            <a:r>
              <a:rPr lang="en-GB" dirty="0"/>
              <a:t>Blend the Kriging estimate for t+1 and AR for t based on their uncertainties, get new combined uncertainty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BD434B-D428-2458-CA02-7D79CA17C045}"/>
              </a:ext>
            </a:extLst>
          </p:cNvPr>
          <p:cNvCxnSpPr/>
          <p:nvPr/>
        </p:nvCxnSpPr>
        <p:spPr>
          <a:xfrm>
            <a:off x="5923470" y="3825562"/>
            <a:ext cx="0" cy="613954"/>
          </a:xfrm>
          <a:prstGeom prst="straightConnector1">
            <a:avLst/>
          </a:prstGeom>
          <a:ln w="666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6C26FE-8765-D383-F132-1D0E0427E70B}"/>
              </a:ext>
            </a:extLst>
          </p:cNvPr>
          <p:cNvCxnSpPr>
            <a:cxnSpLocks/>
          </p:cNvCxnSpPr>
          <p:nvPr/>
        </p:nvCxnSpPr>
        <p:spPr>
          <a:xfrm>
            <a:off x="136071" y="4744588"/>
            <a:ext cx="507076" cy="0"/>
          </a:xfrm>
          <a:prstGeom prst="straightConnector1">
            <a:avLst/>
          </a:prstGeom>
          <a:ln w="666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11D746-0BB0-58C5-9D59-E96CF3D13A5F}"/>
              </a:ext>
            </a:extLst>
          </p:cNvPr>
          <p:cNvCxnSpPr>
            <a:cxnSpLocks/>
          </p:cNvCxnSpPr>
          <p:nvPr/>
        </p:nvCxnSpPr>
        <p:spPr>
          <a:xfrm flipV="1">
            <a:off x="136071" y="4988427"/>
            <a:ext cx="0" cy="628601"/>
          </a:xfrm>
          <a:prstGeom prst="straightConnector1">
            <a:avLst/>
          </a:prstGeom>
          <a:ln w="666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EB8EC5-021E-B6F2-201F-7F5C3FAEC0EE}"/>
              </a:ext>
            </a:extLst>
          </p:cNvPr>
          <p:cNvCxnSpPr>
            <a:cxnSpLocks/>
          </p:cNvCxnSpPr>
          <p:nvPr/>
        </p:nvCxnSpPr>
        <p:spPr>
          <a:xfrm flipH="1">
            <a:off x="136071" y="5907973"/>
            <a:ext cx="536864" cy="0"/>
          </a:xfrm>
          <a:prstGeom prst="straightConnector1">
            <a:avLst/>
          </a:prstGeom>
          <a:ln w="666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61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E97B-FEA0-3E3F-01F7-E9EFE8E8A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18" y="125450"/>
            <a:ext cx="11726562" cy="793755"/>
          </a:xfrm>
        </p:spPr>
        <p:txBody>
          <a:bodyPr>
            <a:normAutofit/>
          </a:bodyPr>
          <a:lstStyle/>
          <a:p>
            <a:r>
              <a:rPr lang="en-GB" sz="3600" dirty="0"/>
              <a:t>Blending AR1 and Kriging: inverse variance weighted average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55287-F9EC-5BAE-24EA-27DB3B301FDB}"/>
              </a:ext>
            </a:extLst>
          </p:cNvPr>
          <p:cNvSpPr txBox="1"/>
          <p:nvPr/>
        </p:nvSpPr>
        <p:spPr>
          <a:xfrm>
            <a:off x="99789" y="3847007"/>
            <a:ext cx="118594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At </a:t>
            </a:r>
            <a:r>
              <a:rPr lang="en-GB" i="1" dirty="0"/>
              <a:t>t=0</a:t>
            </a:r>
            <a:r>
              <a:rPr lang="en-GB" dirty="0"/>
              <a:t>, we start of with an initial Kriging-only estimate.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For </a:t>
            </a:r>
            <a:r>
              <a:rPr lang="en-GB" i="1" dirty="0"/>
              <a:t>t≥1</a:t>
            </a:r>
            <a:r>
              <a:rPr lang="en-GB" dirty="0"/>
              <a:t>, the estimates from AR1 from “yesterday” (</a:t>
            </a:r>
            <a:r>
              <a:rPr lang="en-GB" i="1" dirty="0"/>
              <a:t>t-1</a:t>
            </a:r>
            <a:r>
              <a:rPr lang="en-GB" dirty="0"/>
              <a:t>) blend with the new information observed “today”</a:t>
            </a:r>
            <a:r>
              <a:rPr lang="en-GB" i="1" dirty="0"/>
              <a:t>, </a:t>
            </a:r>
            <a:r>
              <a:rPr lang="en-GB" dirty="0"/>
              <a:t>the blending weights depends on the relative uncertainty of the new observations and the AR1 estimate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If uncertainty of AR1 (or Kriging) is large, it is downplayed by the inverse variance weighted average. Inverse variance weighting prejudices uncertain estimates. The weights favour the less uncertain estimate.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This is a basic Kalman Filter. W1 is called Kalman Gain – information gained by assimilating new (Kriged) observations.</a:t>
            </a:r>
          </a:p>
        </p:txBody>
      </p:sp>
      <p:pic>
        <p:nvPicPr>
          <p:cNvPr id="8" name="Content Placeholder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353AF82-82DD-10E5-1545-9BB29A346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56740"/>
          <a:stretch>
            <a:fillRect/>
          </a:stretch>
        </p:blipFill>
        <p:spPr>
          <a:xfrm>
            <a:off x="2266052" y="1360075"/>
            <a:ext cx="8199541" cy="204606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5331E3-FCF0-2F37-60E4-4BDE8603BCF7}"/>
              </a:ext>
            </a:extLst>
          </p:cNvPr>
          <p:cNvSpPr txBox="1"/>
          <p:nvPr/>
        </p:nvSpPr>
        <p:spPr>
          <a:xfrm>
            <a:off x="8057370" y="2641661"/>
            <a:ext cx="3525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𝚺s are (error) covariance matrices</a:t>
            </a:r>
          </a:p>
        </p:txBody>
      </p:sp>
    </p:spTree>
    <p:extLst>
      <p:ext uri="{BB962C8B-B14F-4D97-AF65-F5344CB8AC3E}">
        <p14:creationId xmlns:p14="http://schemas.microsoft.com/office/powerpoint/2010/main" val="4128735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B1DD-7167-B90B-459B-33EE96112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2B01-702E-54BE-A4CE-EDCC7FA8D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98" y="50487"/>
            <a:ext cx="11726562" cy="793755"/>
          </a:xfrm>
        </p:spPr>
        <p:txBody>
          <a:bodyPr>
            <a:normAutofit/>
          </a:bodyPr>
          <a:lstStyle/>
          <a:p>
            <a:r>
              <a:rPr lang="en-GB" sz="3600" dirty="0"/>
              <a:t>Blending AR1 and Kriging: Uncertainties propagation</a:t>
            </a:r>
          </a:p>
        </p:txBody>
      </p:sp>
      <p:pic>
        <p:nvPicPr>
          <p:cNvPr id="8" name="Content Placeholder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50056A9-53E6-2FA0-E0E7-D91781222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44593"/>
          <a:stretch>
            <a:fillRect/>
          </a:stretch>
        </p:blipFill>
        <p:spPr>
          <a:xfrm>
            <a:off x="3645619" y="808469"/>
            <a:ext cx="8199541" cy="262053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D7A579-4258-306E-5972-E224A2FAE883}"/>
              </a:ext>
            </a:extLst>
          </p:cNvPr>
          <p:cNvSpPr txBox="1"/>
          <p:nvPr/>
        </p:nvSpPr>
        <p:spPr>
          <a:xfrm>
            <a:off x="169006" y="1683234"/>
            <a:ext cx="3109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AR and OK are </a:t>
            </a:r>
            <a:r>
              <a:rPr lang="en-GB" b="1" dirty="0"/>
              <a:t>uncorrelated</a:t>
            </a:r>
            <a:r>
              <a:rPr lang="en-GB" dirty="0"/>
              <a:t>:</a:t>
            </a:r>
          </a:p>
          <a:p>
            <a:r>
              <a:rPr lang="en-GB" dirty="0"/>
              <a:t>(follows from last slide)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4F77CC13-5DA5-B889-21A0-7CBE8DEC55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45619" y="3665596"/>
            <a:ext cx="8199541" cy="306354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EF1463-AD68-9319-5A7E-5E808048322A}"/>
              </a:ext>
            </a:extLst>
          </p:cNvPr>
          <p:cNvCxnSpPr/>
          <p:nvPr/>
        </p:nvCxnSpPr>
        <p:spPr>
          <a:xfrm>
            <a:off x="3535071" y="3570574"/>
            <a:ext cx="855332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02A01D0-5CE4-1617-01A4-32DA92FB2BF8}"/>
              </a:ext>
            </a:extLst>
          </p:cNvPr>
          <p:cNvSpPr txBox="1"/>
          <p:nvPr/>
        </p:nvSpPr>
        <p:spPr>
          <a:xfrm>
            <a:off x="0" y="3674723"/>
            <a:ext cx="36299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AR and OK are </a:t>
            </a:r>
            <a:r>
              <a:rPr lang="en-GB" b="1" dirty="0"/>
              <a:t>correlated</a:t>
            </a:r>
            <a:r>
              <a:rPr lang="en-GB" dirty="0"/>
              <a:t>, there is now an extra term in the output uncertainties</a:t>
            </a:r>
          </a:p>
          <a:p>
            <a:endParaRPr lang="en-GB" dirty="0"/>
          </a:p>
          <a:p>
            <a:r>
              <a:rPr lang="en-GB" dirty="0"/>
              <a:t>Assume the extra-term can be described by the same lag correlation, the extra term is always positive and is largest when w1 = ½ or w1 = w2; the AR-OK correlation always results in higher uncertainties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EDB511-15D3-00EA-4B50-FF3E2EE4C1EF}"/>
              </a:ext>
            </a:extLst>
          </p:cNvPr>
          <p:cNvSpPr/>
          <p:nvPr/>
        </p:nvSpPr>
        <p:spPr>
          <a:xfrm>
            <a:off x="6970426" y="4890389"/>
            <a:ext cx="2523488" cy="613954"/>
          </a:xfrm>
          <a:prstGeom prst="rect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699CF-813B-03F7-6023-CF49F0880B91}"/>
              </a:ext>
            </a:extLst>
          </p:cNvPr>
          <p:cNvSpPr txBox="1"/>
          <p:nvPr/>
        </p:nvSpPr>
        <p:spPr>
          <a:xfrm>
            <a:off x="10248504" y="5033675"/>
            <a:ext cx="159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The extra term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5193EB-CCD3-6A26-69FB-DA4B7B1D86FE}"/>
              </a:ext>
            </a:extLst>
          </p:cNvPr>
          <p:cNvCxnSpPr/>
          <p:nvPr/>
        </p:nvCxnSpPr>
        <p:spPr>
          <a:xfrm flipH="1">
            <a:off x="9668656" y="5197366"/>
            <a:ext cx="494675" cy="0"/>
          </a:xfrm>
          <a:prstGeom prst="straightConnector1">
            <a:avLst/>
          </a:prstGeom>
          <a:ln w="6032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4957EFC-8A14-DFB9-1C98-910235FC50C0}"/>
              </a:ext>
            </a:extLst>
          </p:cNvPr>
          <p:cNvSpPr/>
          <p:nvPr/>
        </p:nvSpPr>
        <p:spPr>
          <a:xfrm>
            <a:off x="7735763" y="2501266"/>
            <a:ext cx="386114" cy="551933"/>
          </a:xfrm>
          <a:prstGeom prst="rect">
            <a:avLst/>
          </a:prstGeom>
          <a:noFill/>
          <a:ln w="476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0000FF"/>
              </a:highligh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73A839-3263-B616-E96F-CF0F81A9C1C5}"/>
              </a:ext>
            </a:extLst>
          </p:cNvPr>
          <p:cNvCxnSpPr>
            <a:cxnSpLocks/>
          </p:cNvCxnSpPr>
          <p:nvPr/>
        </p:nvCxnSpPr>
        <p:spPr>
          <a:xfrm>
            <a:off x="5352189" y="5197366"/>
            <a:ext cx="630943" cy="0"/>
          </a:xfrm>
          <a:prstGeom prst="straightConnector1">
            <a:avLst/>
          </a:prstGeom>
          <a:ln w="6032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6995006-9A54-867B-745C-5D21321625CD}"/>
              </a:ext>
            </a:extLst>
          </p:cNvPr>
          <p:cNvSpPr txBox="1"/>
          <p:nvPr/>
        </p:nvSpPr>
        <p:spPr>
          <a:xfrm>
            <a:off x="3702839" y="4782718"/>
            <a:ext cx="1832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Uncertainties</a:t>
            </a:r>
          </a:p>
          <a:p>
            <a:r>
              <a:rPr lang="en-GB" dirty="0">
                <a:solidFill>
                  <a:srgbClr val="002060"/>
                </a:solidFill>
              </a:rPr>
              <a:t>if AR and OK </a:t>
            </a:r>
          </a:p>
          <a:p>
            <a:r>
              <a:rPr lang="en-GB" dirty="0">
                <a:solidFill>
                  <a:srgbClr val="002060"/>
                </a:solidFill>
              </a:rPr>
              <a:t>are uncorrelated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3C220E-18C3-01F6-2772-DBFC98412F54}"/>
              </a:ext>
            </a:extLst>
          </p:cNvPr>
          <p:cNvSpPr/>
          <p:nvPr/>
        </p:nvSpPr>
        <p:spPr>
          <a:xfrm>
            <a:off x="6400800" y="4890390"/>
            <a:ext cx="336922" cy="613947"/>
          </a:xfrm>
          <a:prstGeom prst="rect">
            <a:avLst/>
          </a:prstGeom>
          <a:noFill/>
          <a:ln w="476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00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17418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8D1E-E3D0-2EBA-C182-07FB7A358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70C0B-2DF7-D5E4-FA3C-7D3B81E77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55" y="1825625"/>
            <a:ext cx="10882745" cy="4351338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https://git.noc.ac.uk/stchan/autoregressive_and_universal_kriging/-/blob/91ed15b65287fb519f27569873d09983b9f44e9d/uk_ez_via_external_drift_example.ipynb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/>
              </a:rPr>
              <a:t>https://git.noc.ac.uk/stchan/autoregressive_and_universal_kriging/-/blob/91ed15b65287fb519f27569873d09983b9f44e9d/presistence.ipynb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9413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C4901B-CA8F-D6DD-B5CD-71FE42929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4580-A061-C3FD-D4C0-AD6E617D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AR1 Explained Variance (computed from Archie’s daily files)</a:t>
            </a:r>
          </a:p>
        </p:txBody>
      </p:sp>
      <p:pic>
        <p:nvPicPr>
          <p:cNvPr id="8" name="Content Placeholder 7" descr="A map of the world&#10;&#10;AI-generated content may be incorrect.">
            <a:extLst>
              <a:ext uri="{FF2B5EF4-FFF2-40B4-BE49-F238E27FC236}">
                <a16:creationId xmlns:a16="http://schemas.microsoft.com/office/drawing/2014/main" id="{2D6E31A3-00BF-CE2E-3814-582A460B6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055" y="1555219"/>
            <a:ext cx="6456218" cy="5191945"/>
          </a:xfrm>
        </p:spPr>
      </p:pic>
    </p:spTree>
    <p:extLst>
      <p:ext uri="{BB962C8B-B14F-4D97-AF65-F5344CB8AC3E}">
        <p14:creationId xmlns:p14="http://schemas.microsoft.com/office/powerpoint/2010/main" val="62039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41697</TotalTime>
  <Words>4698</Words>
  <Application>Microsoft Macintosh PowerPoint</Application>
  <PresentationFormat>Widescreen</PresentationFormat>
  <Paragraphs>287</Paragraphs>
  <Slides>10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How to include a temporal component in the analysis, improving on the ideas used in NOCFLUX2</vt:lpstr>
      <vt:lpstr>Outline</vt:lpstr>
      <vt:lpstr>The problem with how we do the infilling</vt:lpstr>
      <vt:lpstr>Persistence: AR1 from T to T+1 and its uncertainties</vt:lpstr>
      <vt:lpstr>Lag-1 Day Air Temperature Correlation (computed from Archie’s daily files)</vt:lpstr>
      <vt:lpstr>New revised analysis flow (3D-VAR in words)</vt:lpstr>
      <vt:lpstr>Blending AR1 and Kriging: inverse variance weighted average</vt:lpstr>
      <vt:lpstr>Blending AR1 and Kriging: Uncertainties propagation</vt:lpstr>
      <vt:lpstr>Python notebooks</vt:lpstr>
      <vt:lpstr>AR1 Explained Variance (computed from Archie’s daily files)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Chan</dc:creator>
  <cp:lastModifiedBy>Steven Chan</cp:lastModifiedBy>
  <cp:revision>1</cp:revision>
  <dcterms:created xsi:type="dcterms:W3CDTF">2026-01-21T16:47:45Z</dcterms:created>
  <dcterms:modified xsi:type="dcterms:W3CDTF">2026-02-23T16:26:01Z</dcterms:modified>
</cp:coreProperties>
</file>